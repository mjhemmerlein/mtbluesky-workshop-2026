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37"/>
  </p:normalViewPr>
  <p:slideViewPr>
    <p:cSldViewPr snapToGrid="0">
      <p:cViewPr varScale="1">
        <p:scale>
          <a:sx n="98" d="100"/>
          <a:sy n="98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51E5-B2DF-64A1-9B3C-7C9608C94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4B76C-7F31-EBC5-DA66-0DAF0DD16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FCE6-3F25-C6A7-DE96-9001D567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F2664-063A-620D-EC76-4244BF9B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3729-6062-B5FA-1EA4-6C1EC6C9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5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4D7E-8EE9-D697-3C01-36DFB67C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0F49A-76FE-5CD8-28F2-FD1ECC7E5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4FCE0-7B35-6968-034C-636E2DF8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CD66-1F0B-9053-7557-B1090913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60D59-47C7-A48C-3EFB-D24D395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3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1474-E26D-7748-A2F9-9644D6EE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6BF16-AF87-6DF4-9A96-71EEC0C54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A5952-7750-F297-72C7-B331EA7D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82E8F-7581-5667-EA5D-B7DD5FE2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99718-B1C6-78AB-EA9A-8932BEEC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1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12E5-A891-6AEB-6F62-476C5A33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B60AB-5160-6A19-B0F5-88A2D9FB9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D5220-8BD3-A0B7-A8D0-412E74A21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AB53A-9AE5-9B4C-6496-40E25972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945F7-F4BC-81F7-6CAC-A8CE58E7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70873-0294-8554-F7A7-15CAF4DD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3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619A-0EE7-FDF3-3769-BB5891E7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16CAD-7E5B-4923-A246-366E374DC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451F1-E603-BD4E-DEAA-07BCB2E40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D9B14-AB5C-F696-F30E-96920147F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5D963-FD7B-6D63-89AA-1FF906A04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2B186-63D4-CBF2-EBD2-0C600FA0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2D72F1-8CA2-D443-B4D7-E068909C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D4DA0-1557-237E-B01D-289001EB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9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3164-E107-1562-D85D-C544E26C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13F6A-9B48-B355-E19B-F71AFC7C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DABC6-D4D1-FF2E-7D39-CF03BA75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FF0C4-E384-8627-8498-42A9539C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332C2-D477-EC92-C6DC-3A4CC1C3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D5D99-CEA9-DEB2-1EF4-7F996ABE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CADB1-0E10-656E-03BA-ACA89A40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4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82B3-4AF8-B53D-AA6C-7B5DE691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3FEAF-5392-EFAA-E975-E59C100AD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39517-7F56-966C-3CB1-1F2DB7000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516D-3C0B-BB28-1087-EF2D587C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F280E-860E-625A-4D19-38C25EBE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63A33-6673-A554-0308-C91B6F58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3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EADF-F137-D5F9-194D-6D4BF65F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7BFA5-7727-1092-A758-C61195BF9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CC7BD-9ED9-A1EF-CF91-FEB5B2FC1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73166-2DD8-64A8-545A-B1D9D631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906D8-C983-DE2A-AE27-6C5523AD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64A92-5DFD-3F51-E6BE-893CEECD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8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0B3F-A845-E8E1-5AE1-510A783B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BB1D2-EAC0-6012-99BC-F54089B05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FDA04-A945-11C6-5D72-5D795D7CD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F493-0E6C-760D-8843-0F3EAA84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ED8FF-A8FC-FE32-CCB5-E3F35E4B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07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BC7E89-EAA9-C26A-EFB2-4EADE51C4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36690-6FA0-68DC-46B9-FC8BBBD1B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86F97-F69B-6D8A-C939-D54A0869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26B4-D1EE-94B7-4E78-969567E8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22FF3-9BEC-598C-3468-896A1218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DD0AA-3691-E8F6-31B3-4231E6B55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45752-5A04-1AAD-B75B-D260A2FB0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13C35-E58A-E5B5-944F-787DEC97D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7D466-2176-594C-A3A6-BDA60F406C09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63EB6-1784-AC34-3DD1-AC7F57EC3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A97C4-57A1-12E3-8C70-06EA269B0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16FEF-5F85-6E47-9FF0-54B50B7BC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6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2C63-E867-1A6A-C4C3-E67164678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Your Workshop Leaders!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B761A-7C5A-5E0F-BFCC-85615FE11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Mt Blue Sky Workshop 2026</a:t>
            </a:r>
          </a:p>
        </p:txBody>
      </p:sp>
    </p:spTree>
    <p:extLst>
      <p:ext uri="{BB962C8B-B14F-4D97-AF65-F5344CB8AC3E}">
        <p14:creationId xmlns:p14="http://schemas.microsoft.com/office/powerpoint/2010/main" val="3577986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D3CB-EA53-6E2C-D025-6C80B9867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Kate Wilsterman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04539-9A3B-CD1E-7173-F771284EA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BD60-26A6-F096-BA55-DE30B847E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Shady Kuster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6645-41A2-B2F5-AECD-5B727A541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3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1BEA3C-AE7D-F7A3-5E4B-0F5E7AEC1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052" y="2138877"/>
            <a:ext cx="3810923" cy="2301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403D2-9DD7-A7B0-472B-6488AC8BB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495" y="4610716"/>
            <a:ext cx="3108960" cy="2072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80151F-B705-7C5C-ACD1-9275FA25A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246" y="756383"/>
            <a:ext cx="2494729" cy="1868610"/>
          </a:xfrm>
          <a:prstGeom prst="rect">
            <a:avLst/>
          </a:prstGeom>
        </p:spPr>
      </p:pic>
      <p:pic>
        <p:nvPicPr>
          <p:cNvPr id="10" name="Picture 9" descr="New Hampshire US state outline map with the handwritten state name.  Continuous line drawing of patriotic home sign. A love for a small  homeland. T-shi Stock Vector Image &amp; Art - Alamy">
            <a:extLst>
              <a:ext uri="{FF2B5EF4-FFF2-40B4-BE49-F238E27FC236}">
                <a16:creationId xmlns:a16="http://schemas.microsoft.com/office/drawing/2014/main" id="{540164D8-A25A-FD47-EABA-FBB30EEB59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999" r="25924" b="12048"/>
          <a:stretch>
            <a:fillRect/>
          </a:stretch>
        </p:blipFill>
        <p:spPr>
          <a:xfrm rot="991368">
            <a:off x="532250" y="1251901"/>
            <a:ext cx="2164339" cy="4057261"/>
          </a:xfrm>
          <a:prstGeom prst="rect">
            <a:avLst/>
          </a:prstGeom>
        </p:spPr>
      </p:pic>
      <p:pic>
        <p:nvPicPr>
          <p:cNvPr id="11" name="Picture 10" descr="Wheaton College | History | Plexuss">
            <a:extLst>
              <a:ext uri="{FF2B5EF4-FFF2-40B4-BE49-F238E27FC236}">
                <a16:creationId xmlns:a16="http://schemas.microsoft.com/office/drawing/2014/main" id="{6C5CCD9A-B13B-F877-EA07-25E47ED0D4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994" y="2691409"/>
            <a:ext cx="2899992" cy="7375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8269CD-710E-285C-57A5-D76DF72B75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1188" b="28721"/>
          <a:stretch>
            <a:fillRect/>
          </a:stretch>
        </p:blipFill>
        <p:spPr>
          <a:xfrm>
            <a:off x="2393781" y="3456668"/>
            <a:ext cx="3863662" cy="2749439"/>
          </a:xfrm>
          <a:prstGeom prst="rect">
            <a:avLst/>
          </a:prstGeom>
        </p:spPr>
      </p:pic>
      <p:pic>
        <p:nvPicPr>
          <p:cNvPr id="14" name="Picture 13" descr="Adimab Reports Strong Partnering Year for 2025">
            <a:extLst>
              <a:ext uri="{FF2B5EF4-FFF2-40B4-BE49-F238E27FC236}">
                <a16:creationId xmlns:a16="http://schemas.microsoft.com/office/drawing/2014/main" id="{8D43A163-62DC-4E67-FE57-0E613B56C0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7643" y="993276"/>
            <a:ext cx="2158682" cy="1131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80CAE9-E35F-F432-C09D-7D78D436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Meg Hemmerlein</a:t>
            </a:r>
          </a:p>
        </p:txBody>
      </p:sp>
      <p:pic>
        <p:nvPicPr>
          <p:cNvPr id="15" name="Picture 14" descr="Symbol | Brand | Colorado State University">
            <a:extLst>
              <a:ext uri="{FF2B5EF4-FFF2-40B4-BE49-F238E27FC236}">
                <a16:creationId xmlns:a16="http://schemas.microsoft.com/office/drawing/2014/main" id="{D31DD2A3-9603-4AB5-E39A-B4AB48E143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7669" y="4647623"/>
            <a:ext cx="1998826" cy="199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2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F6A29-09E8-3F18-CE7B-F84E98CA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Makenna Juergens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A70DC-7B70-37D0-5C3B-F275EA43D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F6D3-5DDF-B6CD-CE7D-D046CFCB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Ashley Larson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BD821-7F8A-44B7-B7CB-B792B989A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7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5E95-5F0E-98CF-413A-3CE16E40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Iñaki Loureiro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CD17-AEE3-F1C9-3AF8-B96A7630F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36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74D2-AA2B-CD9E-81B5-9D42A434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Joel </a:t>
            </a:r>
            <a:r>
              <a:rPr lang="en-US" dirty="0" err="1"/>
              <a:t>Rushefsky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D160-491F-5A76-C012-EC0FFAB0B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22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39FD-1F85-6DAD-D464-873917CB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FD44B-7718-4C24-5CE3-9C92362C2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first sparked your interest in science?</a:t>
            </a:r>
          </a:p>
          <a:p>
            <a:r>
              <a:rPr lang="en-US" dirty="0"/>
              <a:t>What did you think your career would like like when you started, and how has that changed?</a:t>
            </a:r>
          </a:p>
        </p:txBody>
      </p:sp>
    </p:spTree>
    <p:extLst>
      <p:ext uri="{BB962C8B-B14F-4D97-AF65-F5344CB8AC3E}">
        <p14:creationId xmlns:p14="http://schemas.microsoft.com/office/powerpoint/2010/main" val="129413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DAA3-1BDC-FDE3-C2E7-CBE1756A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A5F97-99F1-65C1-2DD5-1204FFF55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27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fb58802-ff7a-4bb1-ab21-367ff2ecfc8b}" enabled="0" method="" siteId="{afb58802-ff7a-4bb1-ab21-367ff2ecfc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54</Words>
  <Application>Microsoft Macintosh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Your Workshop Leaders!</vt:lpstr>
      <vt:lpstr>Kate Wilsterman</vt:lpstr>
      <vt:lpstr>Shady Kuster</vt:lpstr>
      <vt:lpstr>Meg Hemmerlein</vt:lpstr>
      <vt:lpstr>Makenna Juergens</vt:lpstr>
      <vt:lpstr>Ashley Larson</vt:lpstr>
      <vt:lpstr>Iñaki Loureiro</vt:lpstr>
      <vt:lpstr>Joel Rushefsky</vt:lpstr>
      <vt:lpstr>Opening questions</vt:lpstr>
      <vt:lpstr>Educational journey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Hemmerlein</dc:creator>
  <cp:lastModifiedBy>Meg Hemmerlein</cp:lastModifiedBy>
  <cp:revision>1</cp:revision>
  <dcterms:created xsi:type="dcterms:W3CDTF">2026-07-27T22:46:27Z</dcterms:created>
  <dcterms:modified xsi:type="dcterms:W3CDTF">2026-07-27T23:02:27Z</dcterms:modified>
</cp:coreProperties>
</file>