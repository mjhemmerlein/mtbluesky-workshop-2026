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5.jpg" ContentType="image/png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58" r:id="rId5"/>
    <p:sldId id="261" r:id="rId6"/>
    <p:sldId id="260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6D86FC-FEBA-5B49-8274-15755C1DB991}" v="2" dt="2026-07-28T15:36:23.4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737"/>
  </p:normalViewPr>
  <p:slideViewPr>
    <p:cSldViewPr snapToGrid="0">
      <p:cViewPr varScale="1">
        <p:scale>
          <a:sx n="98" d="100"/>
          <a:sy n="98" d="100"/>
        </p:scale>
        <p:origin x="8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g Hemmerlein" userId="675d0259-84a2-4ee2-a6c1-034493f7a163" providerId="ADAL" clId="{012228E1-9350-51F7-B0E8-CFC048A68215}"/>
    <pc:docChg chg="undo custSel addSld delSld modSld">
      <pc:chgData name="Meg Hemmerlein" userId="675d0259-84a2-4ee2-a6c1-034493f7a163" providerId="ADAL" clId="{012228E1-9350-51F7-B0E8-CFC048A68215}" dt="2026-07-28T15:42:07.151" v="778" actId="20577"/>
      <pc:docMkLst>
        <pc:docMk/>
      </pc:docMkLst>
      <pc:sldChg chg="addSp modSp mod">
        <pc:chgData name="Meg Hemmerlein" userId="675d0259-84a2-4ee2-a6c1-034493f7a163" providerId="ADAL" clId="{012228E1-9350-51F7-B0E8-CFC048A68215}" dt="2026-07-28T15:41:11.946" v="677" actId="1076"/>
        <pc:sldMkLst>
          <pc:docMk/>
          <pc:sldMk cId="2326028647" sldId="258"/>
        </pc:sldMkLst>
        <pc:picChg chg="add mod">
          <ac:chgData name="Meg Hemmerlein" userId="675d0259-84a2-4ee2-a6c1-034493f7a163" providerId="ADAL" clId="{012228E1-9350-51F7-B0E8-CFC048A68215}" dt="2026-07-28T15:40:28.339" v="671" actId="1076"/>
          <ac:picMkLst>
            <pc:docMk/>
            <pc:sldMk cId="2326028647" sldId="258"/>
            <ac:picMk id="3" creationId="{32210182-771B-1B27-11AE-4E4C6D61D283}"/>
          </ac:picMkLst>
        </pc:picChg>
        <pc:picChg chg="mod">
          <ac:chgData name="Meg Hemmerlein" userId="675d0259-84a2-4ee2-a6c1-034493f7a163" providerId="ADAL" clId="{012228E1-9350-51F7-B0E8-CFC048A68215}" dt="2026-07-28T15:40:24.650" v="670" actId="1076"/>
          <ac:picMkLst>
            <pc:docMk/>
            <pc:sldMk cId="2326028647" sldId="258"/>
            <ac:picMk id="11" creationId="{6C5CCD9A-B13B-F877-EA07-25E47ED0D47B}"/>
          </ac:picMkLst>
        </pc:picChg>
        <pc:picChg chg="mod modCrop">
          <ac:chgData name="Meg Hemmerlein" userId="675d0259-84a2-4ee2-a6c1-034493f7a163" providerId="ADAL" clId="{012228E1-9350-51F7-B0E8-CFC048A68215}" dt="2026-07-28T15:41:11.946" v="677" actId="1076"/>
          <ac:picMkLst>
            <pc:docMk/>
            <pc:sldMk cId="2326028647" sldId="258"/>
            <ac:picMk id="15" creationId="{D31DD2A3-9603-4AB5-E39A-B4AB48E14300}"/>
          </ac:picMkLst>
        </pc:picChg>
      </pc:sldChg>
      <pc:sldChg chg="addSp modSp mod">
        <pc:chgData name="Meg Hemmerlein" userId="675d0259-84a2-4ee2-a6c1-034493f7a163" providerId="ADAL" clId="{012228E1-9350-51F7-B0E8-CFC048A68215}" dt="2026-07-28T15:37:12.851" v="148" actId="1076"/>
        <pc:sldMkLst>
          <pc:docMk/>
          <pc:sldMk cId="1294134101" sldId="264"/>
        </pc:sldMkLst>
        <pc:spChg chg="mod">
          <ac:chgData name="Meg Hemmerlein" userId="675d0259-84a2-4ee2-a6c1-034493f7a163" providerId="ADAL" clId="{012228E1-9350-51F7-B0E8-CFC048A68215}" dt="2026-07-28T15:36:20.453" v="4" actId="14100"/>
          <ac:spMkLst>
            <pc:docMk/>
            <pc:sldMk cId="1294134101" sldId="264"/>
            <ac:spMk id="3" creationId="{588FD44B-7718-4C24-5CE3-9C92362C29DF}"/>
          </ac:spMkLst>
        </pc:spChg>
        <pc:spChg chg="add mod">
          <ac:chgData name="Meg Hemmerlein" userId="675d0259-84a2-4ee2-a6c1-034493f7a163" providerId="ADAL" clId="{012228E1-9350-51F7-B0E8-CFC048A68215}" dt="2026-07-28T15:37:12.851" v="148" actId="1076"/>
          <ac:spMkLst>
            <pc:docMk/>
            <pc:sldMk cId="1294134101" sldId="264"/>
            <ac:spMk id="4" creationId="{C7BF5672-E089-CB2B-AD95-9C84D202F4EB}"/>
          </ac:spMkLst>
        </pc:spChg>
        <pc:spChg chg="add mod">
          <ac:chgData name="Meg Hemmerlein" userId="675d0259-84a2-4ee2-a6c1-034493f7a163" providerId="ADAL" clId="{012228E1-9350-51F7-B0E8-CFC048A68215}" dt="2026-07-28T15:37:12.851" v="148" actId="1076"/>
          <ac:spMkLst>
            <pc:docMk/>
            <pc:sldMk cId="1294134101" sldId="264"/>
            <ac:spMk id="5" creationId="{1C4CE6D2-6B11-527F-B912-5EB56EBCD5B4}"/>
          </ac:spMkLst>
        </pc:spChg>
      </pc:sldChg>
      <pc:sldChg chg="del">
        <pc:chgData name="Meg Hemmerlein" userId="675d0259-84a2-4ee2-a6c1-034493f7a163" providerId="ADAL" clId="{012228E1-9350-51F7-B0E8-CFC048A68215}" dt="2026-07-28T15:36:27.915" v="7" actId="2696"/>
        <pc:sldMkLst>
          <pc:docMk/>
          <pc:sldMk cId="462227079" sldId="265"/>
        </pc:sldMkLst>
      </pc:sldChg>
      <pc:sldChg chg="modSp add mod">
        <pc:chgData name="Meg Hemmerlein" userId="675d0259-84a2-4ee2-a6c1-034493f7a163" providerId="ADAL" clId="{012228E1-9350-51F7-B0E8-CFC048A68215}" dt="2026-07-28T15:38:35.605" v="441" actId="20577"/>
        <pc:sldMkLst>
          <pc:docMk/>
          <pc:sldMk cId="2292381515" sldId="265"/>
        </pc:sldMkLst>
        <pc:spChg chg="mod">
          <ac:chgData name="Meg Hemmerlein" userId="675d0259-84a2-4ee2-a6c1-034493f7a163" providerId="ADAL" clId="{012228E1-9350-51F7-B0E8-CFC048A68215}" dt="2026-07-28T15:37:22.615" v="168" actId="20577"/>
          <ac:spMkLst>
            <pc:docMk/>
            <pc:sldMk cId="2292381515" sldId="265"/>
            <ac:spMk id="2" creationId="{654DBA5C-63EE-FE2E-66F8-F5D3804DE497}"/>
          </ac:spMkLst>
        </pc:spChg>
        <pc:spChg chg="mod">
          <ac:chgData name="Meg Hemmerlein" userId="675d0259-84a2-4ee2-a6c1-034493f7a163" providerId="ADAL" clId="{012228E1-9350-51F7-B0E8-CFC048A68215}" dt="2026-07-28T15:37:56.775" v="305" actId="20577"/>
          <ac:spMkLst>
            <pc:docMk/>
            <pc:sldMk cId="2292381515" sldId="265"/>
            <ac:spMk id="3" creationId="{E9434E4C-9C1C-5EB8-A236-7C418A41563D}"/>
          </ac:spMkLst>
        </pc:spChg>
        <pc:spChg chg="mod">
          <ac:chgData name="Meg Hemmerlein" userId="675d0259-84a2-4ee2-a6c1-034493f7a163" providerId="ADAL" clId="{012228E1-9350-51F7-B0E8-CFC048A68215}" dt="2026-07-28T15:38:04.756" v="323" actId="20577"/>
          <ac:spMkLst>
            <pc:docMk/>
            <pc:sldMk cId="2292381515" sldId="265"/>
            <ac:spMk id="4" creationId="{18FA6F38-DBA6-46A7-4B82-E1A03E456F72}"/>
          </ac:spMkLst>
        </pc:spChg>
        <pc:spChg chg="mod">
          <ac:chgData name="Meg Hemmerlein" userId="675d0259-84a2-4ee2-a6c1-034493f7a163" providerId="ADAL" clId="{012228E1-9350-51F7-B0E8-CFC048A68215}" dt="2026-07-28T15:38:35.605" v="441" actId="20577"/>
          <ac:spMkLst>
            <pc:docMk/>
            <pc:sldMk cId="2292381515" sldId="265"/>
            <ac:spMk id="5" creationId="{14E739C5-9421-528C-C2E0-EE33D4E99E48}"/>
          </ac:spMkLst>
        </pc:spChg>
      </pc:sldChg>
      <pc:sldChg chg="modSp add mod">
        <pc:chgData name="Meg Hemmerlein" userId="675d0259-84a2-4ee2-a6c1-034493f7a163" providerId="ADAL" clId="{012228E1-9350-51F7-B0E8-CFC048A68215}" dt="2026-07-28T15:42:07.151" v="778" actId="20577"/>
        <pc:sldMkLst>
          <pc:docMk/>
          <pc:sldMk cId="186808384" sldId="266"/>
        </pc:sldMkLst>
        <pc:spChg chg="mod">
          <ac:chgData name="Meg Hemmerlein" userId="675d0259-84a2-4ee2-a6c1-034493f7a163" providerId="ADAL" clId="{012228E1-9350-51F7-B0E8-CFC048A68215}" dt="2026-07-28T15:38:50.817" v="463" actId="20577"/>
          <ac:spMkLst>
            <pc:docMk/>
            <pc:sldMk cId="186808384" sldId="266"/>
            <ac:spMk id="2" creationId="{514B3BAF-7FAB-F0CC-C0B9-8D121D418F4C}"/>
          </ac:spMkLst>
        </pc:spChg>
        <pc:spChg chg="mod">
          <ac:chgData name="Meg Hemmerlein" userId="675d0259-84a2-4ee2-a6c1-034493f7a163" providerId="ADAL" clId="{012228E1-9350-51F7-B0E8-CFC048A68215}" dt="2026-07-28T15:39:57.581" v="666" actId="27636"/>
          <ac:spMkLst>
            <pc:docMk/>
            <pc:sldMk cId="186808384" sldId="266"/>
            <ac:spMk id="3" creationId="{1994A921-34B1-1628-EEDA-7FA957E9FFD2}"/>
          </ac:spMkLst>
        </pc:spChg>
        <pc:spChg chg="mod">
          <ac:chgData name="Meg Hemmerlein" userId="675d0259-84a2-4ee2-a6c1-034493f7a163" providerId="ADAL" clId="{012228E1-9350-51F7-B0E8-CFC048A68215}" dt="2026-07-28T15:41:44.266" v="697" actId="20577"/>
          <ac:spMkLst>
            <pc:docMk/>
            <pc:sldMk cId="186808384" sldId="266"/>
            <ac:spMk id="4" creationId="{101ACB80-9F02-10F1-A101-FE05D6095AE2}"/>
          </ac:spMkLst>
        </pc:spChg>
        <pc:spChg chg="mod">
          <ac:chgData name="Meg Hemmerlein" userId="675d0259-84a2-4ee2-a6c1-034493f7a163" providerId="ADAL" clId="{012228E1-9350-51F7-B0E8-CFC048A68215}" dt="2026-07-28T15:42:07.151" v="778" actId="20577"/>
          <ac:spMkLst>
            <pc:docMk/>
            <pc:sldMk cId="186808384" sldId="266"/>
            <ac:spMk id="5" creationId="{4EF4ACAA-E279-DF29-A916-D10D6DBD804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7F31A-D2B7-8041-93A0-92F3E8D867AB}" type="datetimeFigureOut">
              <a:rPr lang="en-US" smtClean="0"/>
              <a:t>7/28/26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C0FCFF-8576-AC47-B4BB-9ED53EAEAC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03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0FCFF-8576-AC47-B4BB-9ED53EAEAC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122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51E5-B2DF-64A1-9B3C-7C9608C94F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44B76C-7F31-EBC5-DA66-0DAF0DD16E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BFCE6-3F25-C6A7-DE96-9001D5676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7D466-2176-594C-A3A6-BDA60F406C0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6F2664-063A-620D-EC76-4244BF9B8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5A3729-6062-B5FA-1EA4-6C1EC6C9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16FEF-5F85-6E47-9FF0-54B50B7BC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252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B4D7E-8EE9-D697-3C01-36DFB67C3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0F49A-76FE-5CD8-28F2-FD1ECC7E5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E4FCE0-7B35-6968-034C-636E2DF86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7D466-2176-594C-A3A6-BDA60F406C0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0CD66-1F0B-9053-7557-B10909137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B60D59-47C7-A48C-3EFB-D24D39516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16FEF-5F85-6E47-9FF0-54B50B7BC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835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41474-E26D-7748-A2F9-9644D6EEA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56BF16-AF87-6DF4-9A96-71EEC0C540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A5952-7750-F297-72C7-B331EA7D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7D466-2176-594C-A3A6-BDA60F406C0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82E8F-7581-5667-EA5D-B7DD5FE2D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99718-B1C6-78AB-EA9A-8932BEEC9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16FEF-5F85-6E47-9FF0-54B50B7BC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312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B12E5-A891-6AEB-6F62-476C5A336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2B60AB-5160-6A19-B0F5-88A2D9FB9B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0D5220-8BD3-A0B7-A8D0-412E74A21A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8AB53A-9AE5-9B4C-6496-40E259725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7D466-2176-594C-A3A6-BDA60F406C0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9945F7-F4BC-81F7-6CAC-A8CE58E73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570873-0294-8554-F7A7-15CAF4DDD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16FEF-5F85-6E47-9FF0-54B50B7BC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933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6619A-0EE7-FDF3-3769-BB5891E77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16CAD-7E5B-4923-A246-366E374DCD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5451F1-E603-BD4E-DEAA-07BCB2E403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3D9B14-AB5C-F696-F30E-96920147F2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25D963-FD7B-6D63-89AA-1FF906A048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52B186-63D4-CBF2-EBD2-0C600FA09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7D466-2176-594C-A3A6-BDA60F406C0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2D72F1-8CA2-D443-B4D7-E068909C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5D4DA0-1557-237E-B01D-289001EB1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16FEF-5F85-6E47-9FF0-54B50B7BC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593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53164-E107-1562-D85D-C544E26CA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513F6A-9B48-B355-E19B-F71AFC7C6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7D466-2176-594C-A3A6-BDA60F406C0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8DABC6-D4D1-FF2E-7D39-CF03BA757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EFF0C4-E384-8627-8498-42A9539CC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16FEF-5F85-6E47-9FF0-54B50B7BC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5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332C2-D477-EC92-C6DC-3A4CC1C36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7D466-2176-594C-A3A6-BDA60F406C0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8D5D99-CEA9-DEB2-1EF4-7F996ABE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CADB1-0E10-656E-03BA-ACA89A40E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16FEF-5F85-6E47-9FF0-54B50B7BC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741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682B3-4AF8-B53D-AA6C-7B5DE691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FEAF-5392-EFAA-E975-E59C100AD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39517-7F56-966C-3CB1-1F2DB70007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76516D-3C0B-BB28-1087-EF2D587CF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7D466-2176-594C-A3A6-BDA60F406C0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7F280E-860E-625A-4D19-38C25EBE2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63A33-6673-A554-0308-C91B6F581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16FEF-5F85-6E47-9FF0-54B50B7BC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530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1EADF-F137-D5F9-194D-6D4BF65F5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97BFA5-7727-1092-A758-C61195BF9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2CC7BD-9ED9-A1EF-CF91-FEB5B2FC16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73166-2DD8-64A8-545A-B1D9D6314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7D466-2176-594C-A3A6-BDA60F406C0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9906D8-C983-DE2A-AE27-6C5523AD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C64A92-5DFD-3F51-E6BE-893CEECD8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16FEF-5F85-6E47-9FF0-54B50B7BC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684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30B3F-A845-E8E1-5AE1-510A783B4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DBB1D2-EAC0-6012-99BC-F54089B053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4FDA04-A945-11C6-5D72-5D795D7CD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7D466-2176-594C-A3A6-BDA60F406C0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FF493-0E6C-760D-8843-0F3EAA849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0ED8FF-A8FC-FE32-CCB5-E3F35E4B3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16FEF-5F85-6E47-9FF0-54B50B7BC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807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BC7E89-EAA9-C26A-EFB2-4EADE51C49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36690-6FA0-68DC-46B9-FC8BBBD1B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86F97-F69B-6D8A-C939-D54A08691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7D466-2176-594C-A3A6-BDA60F406C0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4D26B4-D1EE-94B7-4E78-969567E80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22FF3-9BEC-598C-3468-896A12180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16FEF-5F85-6E47-9FF0-54B50B7BC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531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4DD0AA-3691-E8F6-31B3-4231E6B55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45752-5A04-1AAD-B75B-D260A2FB0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13C35-E58A-E5B5-944F-787DEC97D2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B7D466-2176-594C-A3A6-BDA60F406C0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63EB6-1784-AC34-3DD1-AC7F57EC3E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A97C4-57A1-12E3-8C70-06EA269B0C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016FEF-5F85-6E47-9FF0-54B50B7BC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466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jpe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11" Type="http://schemas.openxmlformats.org/officeDocument/2006/relationships/image" Target="../media/image9.png"/><Relationship Id="rId5" Type="http://schemas.openxmlformats.org/officeDocument/2006/relationships/image" Target="../media/image3.jpeg"/><Relationship Id="rId10" Type="http://schemas.openxmlformats.org/officeDocument/2006/relationships/image" Target="../media/image8.jpg"/><Relationship Id="rId4" Type="http://schemas.openxmlformats.org/officeDocument/2006/relationships/image" Target="../media/image2.jpeg"/><Relationship Id="rId9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22C63-E867-1A6A-C4C3-E671646786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Your Workshop Leaders!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EB761A-7C5A-5E0F-BFCC-85615FE11B4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Mt Blue Sky Workshop 2026</a:t>
            </a:r>
          </a:p>
        </p:txBody>
      </p:sp>
    </p:spTree>
    <p:extLst>
      <p:ext uri="{BB962C8B-B14F-4D97-AF65-F5344CB8AC3E}">
        <p14:creationId xmlns:p14="http://schemas.microsoft.com/office/powerpoint/2010/main" val="3577986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9D3CB-EA53-6E2C-D025-6C80B9867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Kate Wilsterman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204539-9A3B-CD1E-7173-F771284EA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03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BBD60-26A6-F096-BA55-DE30B847E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Shady Kuster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36645-41A2-B2F5-AECD-5B727A5418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531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51BEA3C-AE7D-F7A3-5E4B-0F5E7AEC1E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052" y="2138877"/>
            <a:ext cx="3810923" cy="23012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8403D2-9DD7-A7B0-472B-6488AC8BB5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6495" y="4610716"/>
            <a:ext cx="3108960" cy="20726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980151F-B705-7C5C-ACD1-9275FA25A0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6246" y="756383"/>
            <a:ext cx="2494729" cy="1868610"/>
          </a:xfrm>
          <a:prstGeom prst="rect">
            <a:avLst/>
          </a:prstGeom>
        </p:spPr>
      </p:pic>
      <p:pic>
        <p:nvPicPr>
          <p:cNvPr id="10" name="Picture 9" descr="New Hampshire US state outline map with the handwritten state name.  Continuous line drawing of patriotic home sign. A love for a small  homeland. T-shi Stock Vector Image &amp; Art - Alamy">
            <a:extLst>
              <a:ext uri="{FF2B5EF4-FFF2-40B4-BE49-F238E27FC236}">
                <a16:creationId xmlns:a16="http://schemas.microsoft.com/office/drawing/2014/main" id="{540164D8-A25A-FD47-EABA-FBB30EEB597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99" r="25924" b="12048"/>
          <a:stretch>
            <a:fillRect/>
          </a:stretch>
        </p:blipFill>
        <p:spPr>
          <a:xfrm rot="991368">
            <a:off x="532250" y="1251901"/>
            <a:ext cx="2164339" cy="4057261"/>
          </a:xfrm>
          <a:prstGeom prst="rect">
            <a:avLst/>
          </a:prstGeom>
        </p:spPr>
      </p:pic>
      <p:pic>
        <p:nvPicPr>
          <p:cNvPr id="11" name="Picture 10" descr="Wheaton College | History | Plexuss">
            <a:extLst>
              <a:ext uri="{FF2B5EF4-FFF2-40B4-BE49-F238E27FC236}">
                <a16:creationId xmlns:a16="http://schemas.microsoft.com/office/drawing/2014/main" id="{6C5CCD9A-B13B-F877-EA07-25E47ED0D4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90931" y="2691409"/>
            <a:ext cx="2899992" cy="73759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8269CD-710E-285C-57A5-D76DF72B753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31188" b="28721"/>
          <a:stretch>
            <a:fillRect/>
          </a:stretch>
        </p:blipFill>
        <p:spPr>
          <a:xfrm>
            <a:off x="2393781" y="3456668"/>
            <a:ext cx="3863662" cy="2749439"/>
          </a:xfrm>
          <a:prstGeom prst="rect">
            <a:avLst/>
          </a:prstGeom>
        </p:spPr>
      </p:pic>
      <p:pic>
        <p:nvPicPr>
          <p:cNvPr id="14" name="Picture 13" descr="Adimab Reports Strong Partnering Year for 2025">
            <a:extLst>
              <a:ext uri="{FF2B5EF4-FFF2-40B4-BE49-F238E27FC236}">
                <a16:creationId xmlns:a16="http://schemas.microsoft.com/office/drawing/2014/main" id="{8D43A163-62DC-4E67-FE57-0E613B56C06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97643" y="993276"/>
            <a:ext cx="2158682" cy="11317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80CAE9-E35F-F432-C09D-7D78D436A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Meg Hemmerlein</a:t>
            </a:r>
          </a:p>
        </p:txBody>
      </p:sp>
      <p:pic>
        <p:nvPicPr>
          <p:cNvPr id="15" name="Picture 14" descr="Symbol | Brand | Colorado State University">
            <a:extLst>
              <a:ext uri="{FF2B5EF4-FFF2-40B4-BE49-F238E27FC236}">
                <a16:creationId xmlns:a16="http://schemas.microsoft.com/office/drawing/2014/main" id="{D31DD2A3-9603-4AB5-E39A-B4AB48E1430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10643"/>
          <a:stretch>
            <a:fillRect/>
          </a:stretch>
        </p:blipFill>
        <p:spPr>
          <a:xfrm>
            <a:off x="7130390" y="4684530"/>
            <a:ext cx="1786105" cy="1998826"/>
          </a:xfrm>
          <a:prstGeom prst="rect">
            <a:avLst/>
          </a:prstGeom>
        </p:spPr>
      </p:pic>
      <p:pic>
        <p:nvPicPr>
          <p:cNvPr id="3" name="Picture 2" descr="Novo Nordisk - Wikipedia">
            <a:extLst>
              <a:ext uri="{FF2B5EF4-FFF2-40B4-BE49-F238E27FC236}">
                <a16:creationId xmlns:a16="http://schemas.microsoft.com/office/drawing/2014/main" id="{32210182-771B-1B27-11AE-4E4C6D61D2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9411" y="2288524"/>
            <a:ext cx="1099558" cy="80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028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F6A29-09E8-3F18-CE7B-F84E98CA7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Makenna Juergens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2A70DC-7B70-37D0-5C3B-F275EA43D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867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DF6D3-5DDF-B6CD-CE7D-D046CFCBA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Ashley Larson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BD821-7F8A-44B7-B7CB-B792B989AF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173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65E95-5F0E-98CF-413A-3CE16E408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Iñaki Loureiro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2CD17-AEE3-F1C9-3AF8-B96A7630F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13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C74D2-AA2B-CD9E-81B5-9D42A4340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Joel </a:t>
            </a:r>
            <a:r>
              <a:rPr lang="en-US" dirty="0" err="1"/>
              <a:t>Rushefsky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BD160-491F-5A76-C012-EC0FFAB0B9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2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339FD-1F85-6DAD-D464-873917CB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Opening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FD44B-7718-4C24-5CE3-9C92362C2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8219"/>
            <a:ext cx="10515600" cy="1463175"/>
          </a:xfrm>
        </p:spPr>
        <p:txBody>
          <a:bodyPr/>
          <a:lstStyle/>
          <a:p>
            <a:r>
              <a:rPr lang="en-US" dirty="0"/>
              <a:t>What first sparked your interest in science?</a:t>
            </a:r>
          </a:p>
          <a:p>
            <a:r>
              <a:rPr lang="en-US" dirty="0"/>
              <a:t>What did you think your career would like like when you started, and how has that changed?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BF5672-E089-CB2B-AD95-9C84D202F4EB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Educational journey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4CE6D2-6B11-527F-B912-5EB56EBCD5B4}"/>
              </a:ext>
            </a:extLst>
          </p:cNvPr>
          <p:cNvSpPr txBox="1">
            <a:spLocks/>
          </p:cNvSpPr>
          <p:nvPr/>
        </p:nvSpPr>
        <p:spPr>
          <a:xfrm>
            <a:off x="838200" y="4529389"/>
            <a:ext cx="10515600" cy="1463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Did you ever change majors, research areas, or career goals?</a:t>
            </a:r>
          </a:p>
          <a:p>
            <a:r>
              <a:rPr lang="en-US" dirty="0"/>
              <a:t>What skills from school have been most valuable to your current role?</a:t>
            </a:r>
          </a:p>
        </p:txBody>
      </p:sp>
    </p:spTree>
    <p:extLst>
      <p:ext uri="{BB962C8B-B14F-4D97-AF65-F5344CB8AC3E}">
        <p14:creationId xmlns:p14="http://schemas.microsoft.com/office/powerpoint/2010/main" val="1294134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0F2E0-31ED-0C0E-3FA7-0DAA6219C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DBA5C-63EE-FE2E-66F8-F5D3804DE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&amp; growth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434E4C-9C1C-5EB8-A236-7C418A415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8219"/>
            <a:ext cx="10515600" cy="1463175"/>
          </a:xfrm>
        </p:spPr>
        <p:txBody>
          <a:bodyPr/>
          <a:lstStyle/>
          <a:p>
            <a:r>
              <a:rPr lang="en-US" dirty="0"/>
              <a:t>What was one of the biggest challenges you faced early in your career?</a:t>
            </a:r>
          </a:p>
          <a:p>
            <a:r>
              <a:rPr lang="en-US" dirty="0"/>
              <a:t>How did mentors or peers influence your journey?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8FA6F38-DBA6-46A7-4B82-E1A03E456F72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Career exploration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4E739C5-9421-528C-C2E0-EE33D4E99E48}"/>
              </a:ext>
            </a:extLst>
          </p:cNvPr>
          <p:cNvSpPr txBox="1">
            <a:spLocks/>
          </p:cNvSpPr>
          <p:nvPr/>
        </p:nvSpPr>
        <p:spPr>
          <a:xfrm>
            <a:off x="838200" y="4529389"/>
            <a:ext cx="10515600" cy="1463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How did you find your current position?</a:t>
            </a:r>
          </a:p>
          <a:p>
            <a:r>
              <a:rPr lang="en-US" dirty="0"/>
              <a:t>What opportunities exist in your field that students might not know about?</a:t>
            </a:r>
          </a:p>
        </p:txBody>
      </p:sp>
    </p:spTree>
    <p:extLst>
      <p:ext uri="{BB962C8B-B14F-4D97-AF65-F5344CB8AC3E}">
        <p14:creationId xmlns:p14="http://schemas.microsoft.com/office/powerpoint/2010/main" val="22923815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0AB3B-D27C-C922-C920-1CA2EB590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B3BAF-7FAB-F0CC-C0B9-8D121D418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Skills &amp; advice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4A921-34B1-1628-EEDA-7FA957E9FF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8219"/>
            <a:ext cx="10515600" cy="1900781"/>
          </a:xfrm>
        </p:spPr>
        <p:txBody>
          <a:bodyPr>
            <a:normAutofit/>
          </a:bodyPr>
          <a:lstStyle/>
          <a:p>
            <a:r>
              <a:rPr lang="en-US" dirty="0"/>
              <a:t>What skills are most important for students to develop? (technical and soft skills)</a:t>
            </a:r>
          </a:p>
          <a:p>
            <a:r>
              <a:rPr lang="en-US" dirty="0"/>
              <a:t>What experiences (internships, research, volunteering) would you recommend?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01ACB80-9F02-10F1-A101-FE05D6095AE2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Personal perspective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EF4ACAA-E279-DF29-A916-D10D6DBD8048}"/>
              </a:ext>
            </a:extLst>
          </p:cNvPr>
          <p:cNvSpPr txBox="1">
            <a:spLocks/>
          </p:cNvSpPr>
          <p:nvPr/>
        </p:nvSpPr>
        <p:spPr>
          <a:xfrm>
            <a:off x="838200" y="4529389"/>
            <a:ext cx="10515600" cy="1463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What keeps you motivated?</a:t>
            </a:r>
          </a:p>
          <a:p>
            <a:r>
              <a:rPr lang="en-US" dirty="0"/>
              <a:t>How do you balance work with your personal life?</a:t>
            </a:r>
          </a:p>
        </p:txBody>
      </p:sp>
    </p:spTree>
    <p:extLst>
      <p:ext uri="{BB962C8B-B14F-4D97-AF65-F5344CB8AC3E}">
        <p14:creationId xmlns:p14="http://schemas.microsoft.com/office/powerpoint/2010/main" val="186808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fb58802-ff7a-4bb1-ab21-367ff2ecfc8b}" enabled="0" method="" siteId="{afb58802-ff7a-4bb1-ab21-367ff2ecfc8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179</Words>
  <Application>Microsoft Macintosh PowerPoint</Application>
  <PresentationFormat>Widescreen</PresentationFormat>
  <Paragraphs>28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Your Workshop Leaders!</vt:lpstr>
      <vt:lpstr>Kate Wilsterman</vt:lpstr>
      <vt:lpstr>Shady Kuster</vt:lpstr>
      <vt:lpstr>Meg Hemmerlein</vt:lpstr>
      <vt:lpstr>Makenna Juergens</vt:lpstr>
      <vt:lpstr>Ashley Larson</vt:lpstr>
      <vt:lpstr>Iñaki Loureiro</vt:lpstr>
      <vt:lpstr>Joel Rushefsky</vt:lpstr>
      <vt:lpstr>Opening questions</vt:lpstr>
      <vt:lpstr>Challenges &amp; growth</vt:lpstr>
      <vt:lpstr>Skills &amp; advice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Meg Hemmerlein</dc:creator>
  <cp:lastModifiedBy>Meg Hemmerlein</cp:lastModifiedBy>
  <cp:revision>1</cp:revision>
  <dcterms:created xsi:type="dcterms:W3CDTF">2026-07-27T22:46:27Z</dcterms:created>
  <dcterms:modified xsi:type="dcterms:W3CDTF">2026-07-28T15:42:10Z</dcterms:modified>
</cp:coreProperties>
</file>