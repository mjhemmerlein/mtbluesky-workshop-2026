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74" r:id="rId3"/>
    <p:sldId id="258" r:id="rId4"/>
    <p:sldId id="275" r:id="rId5"/>
    <p:sldId id="277" r:id="rId6"/>
    <p:sldId id="257" r:id="rId7"/>
    <p:sldId id="259" r:id="rId8"/>
    <p:sldId id="264" r:id="rId9"/>
    <p:sldId id="263" r:id="rId10"/>
    <p:sldId id="265" r:id="rId11"/>
    <p:sldId id="270" r:id="rId12"/>
    <p:sldId id="271" r:id="rId13"/>
    <p:sldId id="272" r:id="rId14"/>
    <p:sldId id="260" r:id="rId15"/>
    <p:sldId id="261" r:id="rId16"/>
    <p:sldId id="262" r:id="rId17"/>
    <p:sldId id="266" r:id="rId18"/>
    <p:sldId id="267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94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C2E095E-F6DD-4E4E-8B88-91B58CF40A70}" v="12" dt="2026-08-03T20:27:31.21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4"/>
    <p:restoredTop sz="94577"/>
  </p:normalViewPr>
  <p:slideViewPr>
    <p:cSldViewPr snapToGrid="0">
      <p:cViewPr varScale="1">
        <p:scale>
          <a:sx n="97" d="100"/>
          <a:sy n="97" d="100"/>
        </p:scale>
        <p:origin x="816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eg Hemmerlein" userId="675d0259-84a2-4ee2-a6c1-034493f7a163" providerId="ADAL" clId="{012228E1-9350-51F7-B0E8-CFC048A68215}"/>
    <pc:docChg chg="undo custSel addSld delSld modSld sldOrd">
      <pc:chgData name="Meg Hemmerlein" userId="675d0259-84a2-4ee2-a6c1-034493f7a163" providerId="ADAL" clId="{012228E1-9350-51F7-B0E8-CFC048A68215}" dt="2026-08-03T20:27:52.394" v="1214" actId="1076"/>
      <pc:docMkLst>
        <pc:docMk/>
      </pc:docMkLst>
      <pc:sldChg chg="ord">
        <pc:chgData name="Meg Hemmerlein" userId="675d0259-84a2-4ee2-a6c1-034493f7a163" providerId="ADAL" clId="{012228E1-9350-51F7-B0E8-CFC048A68215}" dt="2026-07-28T16:13:38.293" v="249" actId="20578"/>
        <pc:sldMkLst>
          <pc:docMk/>
          <pc:sldMk cId="870917515" sldId="258"/>
        </pc:sldMkLst>
      </pc:sldChg>
      <pc:sldChg chg="addSp delSp modSp mod">
        <pc:chgData name="Meg Hemmerlein" userId="675d0259-84a2-4ee2-a6c1-034493f7a163" providerId="ADAL" clId="{012228E1-9350-51F7-B0E8-CFC048A68215}" dt="2026-08-03T20:27:52.394" v="1214" actId="1076"/>
        <pc:sldMkLst>
          <pc:docMk/>
          <pc:sldMk cId="3097179346" sldId="264"/>
        </pc:sldMkLst>
        <pc:graphicFrameChg chg="del">
          <ac:chgData name="Meg Hemmerlein" userId="675d0259-84a2-4ee2-a6c1-034493f7a163" providerId="ADAL" clId="{012228E1-9350-51F7-B0E8-CFC048A68215}" dt="2026-08-03T20:27:01.871" v="1201" actId="478"/>
          <ac:graphicFrameMkLst>
            <pc:docMk/>
            <pc:sldMk cId="3097179346" sldId="264"/>
            <ac:graphicFrameMk id="5" creationId="{B46624A1-C775-84DE-81A2-1B8EFA2B7C55}"/>
          </ac:graphicFrameMkLst>
        </pc:graphicFrameChg>
        <pc:picChg chg="mod">
          <ac:chgData name="Meg Hemmerlein" userId="675d0259-84a2-4ee2-a6c1-034493f7a163" providerId="ADAL" clId="{012228E1-9350-51F7-B0E8-CFC048A68215}" dt="2026-08-03T20:27:10.902" v="1204" actId="1076"/>
          <ac:picMkLst>
            <pc:docMk/>
            <pc:sldMk cId="3097179346" sldId="264"/>
            <ac:picMk id="3" creationId="{CDDC5AE1-8B4E-242A-1CB6-D99F47E07B05}"/>
          </ac:picMkLst>
        </pc:picChg>
        <pc:picChg chg="add mod modCrop">
          <ac:chgData name="Meg Hemmerlein" userId="675d0259-84a2-4ee2-a6c1-034493f7a163" providerId="ADAL" clId="{012228E1-9350-51F7-B0E8-CFC048A68215}" dt="2026-08-03T20:27:44.743" v="1211" actId="732"/>
          <ac:picMkLst>
            <pc:docMk/>
            <pc:sldMk cId="3097179346" sldId="264"/>
            <ac:picMk id="4" creationId="{0346DC4F-12F0-DD04-8D69-08288C658FBB}"/>
          </ac:picMkLst>
        </pc:picChg>
        <pc:picChg chg="mod">
          <ac:chgData name="Meg Hemmerlein" userId="675d0259-84a2-4ee2-a6c1-034493f7a163" providerId="ADAL" clId="{012228E1-9350-51F7-B0E8-CFC048A68215}" dt="2026-08-03T20:27:49.641" v="1213" actId="1076"/>
          <ac:picMkLst>
            <pc:docMk/>
            <pc:sldMk cId="3097179346" sldId="264"/>
            <ac:picMk id="6" creationId="{7AF2FFD3-CDF8-3444-B704-F4E7A49448CB}"/>
          </ac:picMkLst>
        </pc:picChg>
        <pc:picChg chg="mod">
          <ac:chgData name="Meg Hemmerlein" userId="675d0259-84a2-4ee2-a6c1-034493f7a163" providerId="ADAL" clId="{012228E1-9350-51F7-B0E8-CFC048A68215}" dt="2026-08-03T20:27:52.394" v="1214" actId="1076"/>
          <ac:picMkLst>
            <pc:docMk/>
            <pc:sldMk cId="3097179346" sldId="264"/>
            <ac:picMk id="7" creationId="{827AA57D-EEB4-A5A9-7123-2CD08C10FB21}"/>
          </ac:picMkLst>
        </pc:picChg>
      </pc:sldChg>
      <pc:sldChg chg="delSp modSp add del mod">
        <pc:chgData name="Meg Hemmerlein" userId="675d0259-84a2-4ee2-a6c1-034493f7a163" providerId="ADAL" clId="{012228E1-9350-51F7-B0E8-CFC048A68215}" dt="2026-08-03T17:16:00.402" v="1187" actId="2696"/>
        <pc:sldMkLst>
          <pc:docMk/>
          <pc:sldMk cId="0" sldId="269"/>
        </pc:sldMkLst>
        <pc:spChg chg="mod">
          <ac:chgData name="Meg Hemmerlein" userId="675d0259-84a2-4ee2-a6c1-034493f7a163" providerId="ADAL" clId="{012228E1-9350-51F7-B0E8-CFC048A68215}" dt="2026-08-03T17:15:33.772" v="1178" actId="20577"/>
          <ac:spMkLst>
            <pc:docMk/>
            <pc:sldMk cId="0" sldId="269"/>
            <ac:spMk id="109" creationId="{00000000-0000-0000-0000-000000000000}"/>
          </ac:spMkLst>
        </pc:spChg>
        <pc:spChg chg="del">
          <ac:chgData name="Meg Hemmerlein" userId="675d0259-84a2-4ee2-a6c1-034493f7a163" providerId="ADAL" clId="{012228E1-9350-51F7-B0E8-CFC048A68215}" dt="2026-08-03T17:14:22.612" v="1175" actId="478"/>
          <ac:spMkLst>
            <pc:docMk/>
            <pc:sldMk cId="0" sldId="269"/>
            <ac:spMk id="110" creationId="{00000000-0000-0000-0000-000000000000}"/>
          </ac:spMkLst>
        </pc:spChg>
      </pc:sldChg>
      <pc:sldChg chg="modSp add mod">
        <pc:chgData name="Meg Hemmerlein" userId="675d0259-84a2-4ee2-a6c1-034493f7a163" providerId="ADAL" clId="{012228E1-9350-51F7-B0E8-CFC048A68215}" dt="2026-08-03T17:15:56.075" v="1185" actId="14100"/>
        <pc:sldMkLst>
          <pc:docMk/>
          <pc:sldMk cId="0" sldId="270"/>
        </pc:sldMkLst>
        <pc:spChg chg="mod">
          <ac:chgData name="Meg Hemmerlein" userId="675d0259-84a2-4ee2-a6c1-034493f7a163" providerId="ADAL" clId="{012228E1-9350-51F7-B0E8-CFC048A68215}" dt="2026-08-03T17:15:56.075" v="1185" actId="14100"/>
          <ac:spMkLst>
            <pc:docMk/>
            <pc:sldMk cId="0" sldId="270"/>
            <ac:spMk id="116" creationId="{00000000-0000-0000-0000-000000000000}"/>
          </ac:spMkLst>
        </pc:spChg>
      </pc:sldChg>
      <pc:sldChg chg="addSp delSp modSp add mod">
        <pc:chgData name="Meg Hemmerlein" userId="675d0259-84a2-4ee2-a6c1-034493f7a163" providerId="ADAL" clId="{012228E1-9350-51F7-B0E8-CFC048A68215}" dt="2026-08-03T17:17:06.397" v="1197" actId="1076"/>
        <pc:sldMkLst>
          <pc:docMk/>
          <pc:sldMk cId="0" sldId="271"/>
        </pc:sldMkLst>
        <pc:spChg chg="add mod">
          <ac:chgData name="Meg Hemmerlein" userId="675d0259-84a2-4ee2-a6c1-034493f7a163" providerId="ADAL" clId="{012228E1-9350-51F7-B0E8-CFC048A68215}" dt="2026-08-03T17:16:39.960" v="1194"/>
          <ac:spMkLst>
            <pc:docMk/>
            <pc:sldMk cId="0" sldId="271"/>
            <ac:spMk id="2" creationId="{3929E07A-4B22-F473-93BA-E4C137C76DE4}"/>
          </ac:spMkLst>
        </pc:spChg>
        <pc:spChg chg="mod">
          <ac:chgData name="Meg Hemmerlein" userId="675d0259-84a2-4ee2-a6c1-034493f7a163" providerId="ADAL" clId="{012228E1-9350-51F7-B0E8-CFC048A68215}" dt="2026-08-03T17:17:06.397" v="1197" actId="1076"/>
          <ac:spMkLst>
            <pc:docMk/>
            <pc:sldMk cId="0" sldId="271"/>
            <ac:spMk id="122" creationId="{00000000-0000-0000-0000-000000000000}"/>
          </ac:spMkLst>
        </pc:spChg>
        <pc:spChg chg="mod">
          <ac:chgData name="Meg Hemmerlein" userId="675d0259-84a2-4ee2-a6c1-034493f7a163" providerId="ADAL" clId="{012228E1-9350-51F7-B0E8-CFC048A68215}" dt="2026-08-03T17:17:06.397" v="1197" actId="1076"/>
          <ac:spMkLst>
            <pc:docMk/>
            <pc:sldMk cId="0" sldId="271"/>
            <ac:spMk id="123" creationId="{00000000-0000-0000-0000-000000000000}"/>
          </ac:spMkLst>
        </pc:spChg>
        <pc:spChg chg="mod">
          <ac:chgData name="Meg Hemmerlein" userId="675d0259-84a2-4ee2-a6c1-034493f7a163" providerId="ADAL" clId="{012228E1-9350-51F7-B0E8-CFC048A68215}" dt="2026-08-03T17:17:06.397" v="1197" actId="1076"/>
          <ac:spMkLst>
            <pc:docMk/>
            <pc:sldMk cId="0" sldId="271"/>
            <ac:spMk id="124" creationId="{00000000-0000-0000-0000-000000000000}"/>
          </ac:spMkLst>
        </pc:spChg>
        <pc:spChg chg="mod">
          <ac:chgData name="Meg Hemmerlein" userId="675d0259-84a2-4ee2-a6c1-034493f7a163" providerId="ADAL" clId="{012228E1-9350-51F7-B0E8-CFC048A68215}" dt="2026-08-03T17:17:06.397" v="1197" actId="1076"/>
          <ac:spMkLst>
            <pc:docMk/>
            <pc:sldMk cId="0" sldId="271"/>
            <ac:spMk id="125" creationId="{00000000-0000-0000-0000-000000000000}"/>
          </ac:spMkLst>
        </pc:spChg>
        <pc:spChg chg="del mod">
          <ac:chgData name="Meg Hemmerlein" userId="675d0259-84a2-4ee2-a6c1-034493f7a163" providerId="ADAL" clId="{012228E1-9350-51F7-B0E8-CFC048A68215}" dt="2026-08-03T17:16:12.903" v="1188" actId="478"/>
          <ac:spMkLst>
            <pc:docMk/>
            <pc:sldMk cId="0" sldId="271"/>
            <ac:spMk id="126" creationId="{00000000-0000-0000-0000-000000000000}"/>
          </ac:spMkLst>
        </pc:spChg>
        <pc:spChg chg="mod">
          <ac:chgData name="Meg Hemmerlein" userId="675d0259-84a2-4ee2-a6c1-034493f7a163" providerId="ADAL" clId="{012228E1-9350-51F7-B0E8-CFC048A68215}" dt="2026-08-03T17:17:06.397" v="1197" actId="1076"/>
          <ac:spMkLst>
            <pc:docMk/>
            <pc:sldMk cId="0" sldId="271"/>
            <ac:spMk id="127" creationId="{00000000-0000-0000-0000-000000000000}"/>
          </ac:spMkLst>
        </pc:spChg>
        <pc:spChg chg="mod">
          <ac:chgData name="Meg Hemmerlein" userId="675d0259-84a2-4ee2-a6c1-034493f7a163" providerId="ADAL" clId="{012228E1-9350-51F7-B0E8-CFC048A68215}" dt="2026-08-03T17:17:06.397" v="1197" actId="1076"/>
          <ac:spMkLst>
            <pc:docMk/>
            <pc:sldMk cId="0" sldId="271"/>
            <ac:spMk id="128" creationId="{00000000-0000-0000-0000-000000000000}"/>
          </ac:spMkLst>
        </pc:spChg>
        <pc:spChg chg="mod">
          <ac:chgData name="Meg Hemmerlein" userId="675d0259-84a2-4ee2-a6c1-034493f7a163" providerId="ADAL" clId="{012228E1-9350-51F7-B0E8-CFC048A68215}" dt="2026-08-03T17:17:06.397" v="1197" actId="1076"/>
          <ac:spMkLst>
            <pc:docMk/>
            <pc:sldMk cId="0" sldId="271"/>
            <ac:spMk id="129" creationId="{00000000-0000-0000-0000-000000000000}"/>
          </ac:spMkLst>
        </pc:spChg>
        <pc:spChg chg="mod">
          <ac:chgData name="Meg Hemmerlein" userId="675d0259-84a2-4ee2-a6c1-034493f7a163" providerId="ADAL" clId="{012228E1-9350-51F7-B0E8-CFC048A68215}" dt="2026-08-03T17:17:06.397" v="1197" actId="1076"/>
          <ac:spMkLst>
            <pc:docMk/>
            <pc:sldMk cId="0" sldId="271"/>
            <ac:spMk id="130" creationId="{00000000-0000-0000-0000-000000000000}"/>
          </ac:spMkLst>
        </pc:spChg>
        <pc:spChg chg="del mod">
          <ac:chgData name="Meg Hemmerlein" userId="675d0259-84a2-4ee2-a6c1-034493f7a163" providerId="ADAL" clId="{012228E1-9350-51F7-B0E8-CFC048A68215}" dt="2026-08-03T17:16:12.903" v="1188" actId="478"/>
          <ac:spMkLst>
            <pc:docMk/>
            <pc:sldMk cId="0" sldId="271"/>
            <ac:spMk id="131" creationId="{00000000-0000-0000-0000-000000000000}"/>
          </ac:spMkLst>
        </pc:spChg>
        <pc:picChg chg="add del mod modCrop">
          <ac:chgData name="Meg Hemmerlein" userId="675d0259-84a2-4ee2-a6c1-034493f7a163" providerId="ADAL" clId="{012228E1-9350-51F7-B0E8-CFC048A68215}" dt="2026-08-03T17:17:06.397" v="1197" actId="1076"/>
          <ac:picMkLst>
            <pc:docMk/>
            <pc:sldMk cId="0" sldId="271"/>
            <ac:picMk id="121" creationId="{00000000-0000-0000-0000-000000000000}"/>
          </ac:picMkLst>
        </pc:picChg>
      </pc:sldChg>
      <pc:sldChg chg="modSp add mod">
        <pc:chgData name="Meg Hemmerlein" userId="675d0259-84a2-4ee2-a6c1-034493f7a163" providerId="ADAL" clId="{012228E1-9350-51F7-B0E8-CFC048A68215}" dt="2026-07-27T22:09:26.613" v="43" actId="14100"/>
        <pc:sldMkLst>
          <pc:docMk/>
          <pc:sldMk cId="0" sldId="272"/>
        </pc:sldMkLst>
        <pc:spChg chg="mod">
          <ac:chgData name="Meg Hemmerlein" userId="675d0259-84a2-4ee2-a6c1-034493f7a163" providerId="ADAL" clId="{012228E1-9350-51F7-B0E8-CFC048A68215}" dt="2026-07-27T22:09:26.613" v="43" actId="14100"/>
          <ac:spMkLst>
            <pc:docMk/>
            <pc:sldMk cId="0" sldId="272"/>
            <ac:spMk id="136" creationId="{00000000-0000-0000-0000-000000000000}"/>
          </ac:spMkLst>
        </pc:spChg>
      </pc:sldChg>
      <pc:sldChg chg="addSp delSp modSp add del mod">
        <pc:chgData name="Meg Hemmerlein" userId="675d0259-84a2-4ee2-a6c1-034493f7a163" providerId="ADAL" clId="{012228E1-9350-51F7-B0E8-CFC048A68215}" dt="2026-08-03T17:17:18.073" v="1200" actId="2696"/>
        <pc:sldMkLst>
          <pc:docMk/>
          <pc:sldMk cId="0" sldId="273"/>
        </pc:sldMkLst>
        <pc:spChg chg="add del mod">
          <ac:chgData name="Meg Hemmerlein" userId="675d0259-84a2-4ee2-a6c1-034493f7a163" providerId="ADAL" clId="{012228E1-9350-51F7-B0E8-CFC048A68215}" dt="2026-08-03T17:17:14.750" v="1199" actId="478"/>
          <ac:spMkLst>
            <pc:docMk/>
            <pc:sldMk cId="0" sldId="273"/>
            <ac:spMk id="3" creationId="{A3E24DF2-F71D-5D9A-F077-F405CCFCD8AA}"/>
          </ac:spMkLst>
        </pc:spChg>
        <pc:spChg chg="del mod">
          <ac:chgData name="Meg Hemmerlein" userId="675d0259-84a2-4ee2-a6c1-034493f7a163" providerId="ADAL" clId="{012228E1-9350-51F7-B0E8-CFC048A68215}" dt="2026-08-03T17:17:12.585" v="1198" actId="478"/>
          <ac:spMkLst>
            <pc:docMk/>
            <pc:sldMk cId="0" sldId="273"/>
            <ac:spMk id="155" creationId="{00000000-0000-0000-0000-000000000000}"/>
          </ac:spMkLst>
        </pc:spChg>
      </pc:sldChg>
      <pc:sldChg chg="addSp delSp modSp new mod">
        <pc:chgData name="Meg Hemmerlein" userId="675d0259-84a2-4ee2-a6c1-034493f7a163" providerId="ADAL" clId="{012228E1-9350-51F7-B0E8-CFC048A68215}" dt="2026-07-27T22:20:26.632" v="227" actId="1076"/>
        <pc:sldMkLst>
          <pc:docMk/>
          <pc:sldMk cId="1574207869" sldId="274"/>
        </pc:sldMkLst>
        <pc:spChg chg="mod">
          <ac:chgData name="Meg Hemmerlein" userId="675d0259-84a2-4ee2-a6c1-034493f7a163" providerId="ADAL" clId="{012228E1-9350-51F7-B0E8-CFC048A68215}" dt="2026-07-27T22:10:41.930" v="56" actId="20577"/>
          <ac:spMkLst>
            <pc:docMk/>
            <pc:sldMk cId="1574207869" sldId="274"/>
            <ac:spMk id="2" creationId="{0E33E4A0-CF0E-AD10-7DCC-B2024937C886}"/>
          </ac:spMkLst>
        </pc:spChg>
        <pc:spChg chg="mod">
          <ac:chgData name="Meg Hemmerlein" userId="675d0259-84a2-4ee2-a6c1-034493f7a163" providerId="ADAL" clId="{012228E1-9350-51F7-B0E8-CFC048A68215}" dt="2026-07-27T22:12:57.596" v="199" actId="20577"/>
          <ac:spMkLst>
            <pc:docMk/>
            <pc:sldMk cId="1574207869" sldId="274"/>
            <ac:spMk id="3" creationId="{197A7664-767D-91FB-3E83-355B4D5FD6BB}"/>
          </ac:spMkLst>
        </pc:spChg>
        <pc:picChg chg="add mod modCrop">
          <ac:chgData name="Meg Hemmerlein" userId="675d0259-84a2-4ee2-a6c1-034493f7a163" providerId="ADAL" clId="{012228E1-9350-51F7-B0E8-CFC048A68215}" dt="2026-07-27T22:20:26.632" v="227" actId="1076"/>
          <ac:picMkLst>
            <pc:docMk/>
            <pc:sldMk cId="1574207869" sldId="274"/>
            <ac:picMk id="6" creationId="{0F0EED8B-C2CE-476B-D378-9235E92CF0D5}"/>
          </ac:picMkLst>
        </pc:picChg>
      </pc:sldChg>
      <pc:sldChg chg="addSp delSp modSp new mod">
        <pc:chgData name="Meg Hemmerlein" userId="675d0259-84a2-4ee2-a6c1-034493f7a163" providerId="ADAL" clId="{012228E1-9350-51F7-B0E8-CFC048A68215}" dt="2026-08-03T17:14:03.085" v="1174" actId="1076"/>
        <pc:sldMkLst>
          <pc:docMk/>
          <pc:sldMk cId="4248246342" sldId="275"/>
        </pc:sldMkLst>
        <pc:spChg chg="mod">
          <ac:chgData name="Meg Hemmerlein" userId="675d0259-84a2-4ee2-a6c1-034493f7a163" providerId="ADAL" clId="{012228E1-9350-51F7-B0E8-CFC048A68215}" dt="2026-08-03T16:58:50.194" v="392" actId="20577"/>
          <ac:spMkLst>
            <pc:docMk/>
            <pc:sldMk cId="4248246342" sldId="275"/>
            <ac:spMk id="2" creationId="{AD52205D-7DC7-34F6-F4C5-112B030EE21C}"/>
          </ac:spMkLst>
        </pc:spChg>
        <pc:spChg chg="mod">
          <ac:chgData name="Meg Hemmerlein" userId="675d0259-84a2-4ee2-a6c1-034493f7a163" providerId="ADAL" clId="{012228E1-9350-51F7-B0E8-CFC048A68215}" dt="2026-08-03T17:13:22.072" v="1168" actId="27636"/>
          <ac:spMkLst>
            <pc:docMk/>
            <pc:sldMk cId="4248246342" sldId="275"/>
            <ac:spMk id="3" creationId="{CB67BAD4-8F68-007D-4D84-F05EB11751B2}"/>
          </ac:spMkLst>
        </pc:spChg>
        <pc:picChg chg="add del mod">
          <ac:chgData name="Meg Hemmerlein" userId="675d0259-84a2-4ee2-a6c1-034493f7a163" providerId="ADAL" clId="{012228E1-9350-51F7-B0E8-CFC048A68215}" dt="2026-08-03T17:02:12.014" v="423" actId="478"/>
          <ac:picMkLst>
            <pc:docMk/>
            <pc:sldMk cId="4248246342" sldId="275"/>
            <ac:picMk id="4" creationId="{38090A96-4457-EB92-AECC-81DC0BF69444}"/>
          </ac:picMkLst>
        </pc:picChg>
        <pc:picChg chg="add mod">
          <ac:chgData name="Meg Hemmerlein" userId="675d0259-84a2-4ee2-a6c1-034493f7a163" providerId="ADAL" clId="{012228E1-9350-51F7-B0E8-CFC048A68215}" dt="2026-08-03T17:13:46.157" v="1171" actId="1076"/>
          <ac:picMkLst>
            <pc:docMk/>
            <pc:sldMk cId="4248246342" sldId="275"/>
            <ac:picMk id="5" creationId="{2C86F55F-1F0D-D6AC-5E54-3589F4F83EC3}"/>
          </ac:picMkLst>
        </pc:picChg>
        <pc:picChg chg="add mod">
          <ac:chgData name="Meg Hemmerlein" userId="675d0259-84a2-4ee2-a6c1-034493f7a163" providerId="ADAL" clId="{012228E1-9350-51F7-B0E8-CFC048A68215}" dt="2026-08-03T17:14:03.085" v="1174" actId="1076"/>
          <ac:picMkLst>
            <pc:docMk/>
            <pc:sldMk cId="4248246342" sldId="275"/>
            <ac:picMk id="6" creationId="{5765C640-073B-D109-C5E7-0C6A0555D716}"/>
          </ac:picMkLst>
        </pc:picChg>
      </pc:sldChg>
      <pc:sldChg chg="modSp new del mod ord">
        <pc:chgData name="Meg Hemmerlein" userId="675d0259-84a2-4ee2-a6c1-034493f7a163" providerId="ADAL" clId="{012228E1-9350-51F7-B0E8-CFC048A68215}" dt="2026-08-03T17:16:00.394" v="1186" actId="2696"/>
        <pc:sldMkLst>
          <pc:docMk/>
          <pc:sldMk cId="2191125025" sldId="276"/>
        </pc:sldMkLst>
        <pc:spChg chg="mod">
          <ac:chgData name="Meg Hemmerlein" userId="675d0259-84a2-4ee2-a6c1-034493f7a163" providerId="ADAL" clId="{012228E1-9350-51F7-B0E8-CFC048A68215}" dt="2026-08-03T17:01:38.056" v="394" actId="27636"/>
          <ac:spMkLst>
            <pc:docMk/>
            <pc:sldMk cId="2191125025" sldId="276"/>
            <ac:spMk id="2" creationId="{FEDC958A-C0B2-B4F4-1987-456061A10BDB}"/>
          </ac:spMkLst>
        </pc:spChg>
      </pc:sldChg>
      <pc:sldChg chg="addSp delSp modSp add mod">
        <pc:chgData name="Meg Hemmerlein" userId="675d0259-84a2-4ee2-a6c1-034493f7a163" providerId="ADAL" clId="{012228E1-9350-51F7-B0E8-CFC048A68215}" dt="2026-08-03T17:10:16.698" v="1126" actId="20577"/>
        <pc:sldMkLst>
          <pc:docMk/>
          <pc:sldMk cId="2741993994" sldId="277"/>
        </pc:sldMkLst>
        <pc:spChg chg="mod">
          <ac:chgData name="Meg Hemmerlein" userId="675d0259-84a2-4ee2-a6c1-034493f7a163" providerId="ADAL" clId="{012228E1-9350-51F7-B0E8-CFC048A68215}" dt="2026-08-03T17:06:24.624" v="954" actId="20577"/>
          <ac:spMkLst>
            <pc:docMk/>
            <pc:sldMk cId="2741993994" sldId="277"/>
            <ac:spMk id="2" creationId="{8D59EC37-FEEC-D375-21DA-7BD1C0A6CD13}"/>
          </ac:spMkLst>
        </pc:spChg>
        <pc:spChg chg="del">
          <ac:chgData name="Meg Hemmerlein" userId="675d0259-84a2-4ee2-a6c1-034493f7a163" providerId="ADAL" clId="{012228E1-9350-51F7-B0E8-CFC048A68215}" dt="2026-08-03T17:02:09.727" v="422" actId="478"/>
          <ac:spMkLst>
            <pc:docMk/>
            <pc:sldMk cId="2741993994" sldId="277"/>
            <ac:spMk id="3" creationId="{611F86BE-DD14-BC11-6A4C-1F5ED3D3D653}"/>
          </ac:spMkLst>
        </pc:spChg>
        <pc:spChg chg="add del mod">
          <ac:chgData name="Meg Hemmerlein" userId="675d0259-84a2-4ee2-a6c1-034493f7a163" providerId="ADAL" clId="{012228E1-9350-51F7-B0E8-CFC048A68215}" dt="2026-08-03T17:07:24.345" v="986" actId="478"/>
          <ac:spMkLst>
            <pc:docMk/>
            <pc:sldMk cId="2741993994" sldId="277"/>
            <ac:spMk id="6" creationId="{4B424F0F-E591-1B75-1D66-5E0CD134EC31}"/>
          </ac:spMkLst>
        </pc:spChg>
        <pc:spChg chg="add mod">
          <ac:chgData name="Meg Hemmerlein" userId="675d0259-84a2-4ee2-a6c1-034493f7a163" providerId="ADAL" clId="{012228E1-9350-51F7-B0E8-CFC048A68215}" dt="2026-08-03T17:10:16.698" v="1126" actId="20577"/>
          <ac:spMkLst>
            <pc:docMk/>
            <pc:sldMk cId="2741993994" sldId="277"/>
            <ac:spMk id="11" creationId="{6C61E6DA-C4EA-1EDF-5A26-D8F9391F0E1A}"/>
          </ac:spMkLst>
        </pc:spChg>
        <pc:picChg chg="del">
          <ac:chgData name="Meg Hemmerlein" userId="675d0259-84a2-4ee2-a6c1-034493f7a163" providerId="ADAL" clId="{012228E1-9350-51F7-B0E8-CFC048A68215}" dt="2026-08-03T17:01:57.499" v="400" actId="478"/>
          <ac:picMkLst>
            <pc:docMk/>
            <pc:sldMk cId="2741993994" sldId="277"/>
            <ac:picMk id="4" creationId="{D5198CBF-3188-CB84-9FD4-5BBCC2A17487}"/>
          </ac:picMkLst>
        </pc:picChg>
        <pc:picChg chg="add del mod">
          <ac:chgData name="Meg Hemmerlein" userId="675d0259-84a2-4ee2-a6c1-034493f7a163" providerId="ADAL" clId="{012228E1-9350-51F7-B0E8-CFC048A68215}" dt="2026-08-03T17:08:33.832" v="989" actId="478"/>
          <ac:picMkLst>
            <pc:docMk/>
            <pc:sldMk cId="2741993994" sldId="277"/>
            <ac:picMk id="7" creationId="{A3B633AC-A31A-2C49-C223-B1C7E3BB1A87}"/>
          </ac:picMkLst>
        </pc:picChg>
        <pc:picChg chg="add mod">
          <ac:chgData name="Meg Hemmerlein" userId="675d0259-84a2-4ee2-a6c1-034493f7a163" providerId="ADAL" clId="{012228E1-9350-51F7-B0E8-CFC048A68215}" dt="2026-08-03T17:09:05.786" v="997" actId="1076"/>
          <ac:picMkLst>
            <pc:docMk/>
            <pc:sldMk cId="2741993994" sldId="277"/>
            <ac:picMk id="8" creationId="{3BC1D00F-C408-10E3-108A-72C65EE933A4}"/>
          </ac:picMkLst>
        </pc:picChg>
        <pc:picChg chg="add mod">
          <ac:chgData name="Meg Hemmerlein" userId="675d0259-84a2-4ee2-a6c1-034493f7a163" providerId="ADAL" clId="{012228E1-9350-51F7-B0E8-CFC048A68215}" dt="2026-08-03T17:09:14.273" v="1000" actId="1076"/>
          <ac:picMkLst>
            <pc:docMk/>
            <pc:sldMk cId="2741993994" sldId="277"/>
            <ac:picMk id="10" creationId="{990D62E6-7400-FE0A-049E-BAD9CBDD01DF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AB8723-9D73-E644-B10D-95E27CE39F14}" type="datetimeFigureOut">
              <a:rPr lang="en-US" smtClean="0"/>
              <a:t>8/3/26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85384D-0A75-F44E-8F9C-2044B1A6DE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639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85384D-0A75-F44E-8F9C-2044B1A6DEF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6566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85384D-0A75-F44E-8F9C-2044B1A6DEF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6621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dce79b87ee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dce79b87ee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dce79b87ee_0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dce79b87ee_0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dcd3d14f41_2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dcd3d14f41_2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2BD9A-08E8-A5EF-90F2-016C97087C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3880A2-5892-CE24-3D54-3B2F07D4D0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794B8B-460C-0C5B-62AA-7E0918B33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35D1D-4579-C940-BD45-BF86EA8C738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50D37-D244-9956-24A1-315A79001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4F43CD-66D8-DB0E-9A36-C4E3F20CF1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CFF4A-D67A-AF47-B3F8-198B8AF26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7187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E6C32D-6DC0-D527-02FE-1F33E891C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FD061E-7650-A72E-4610-FE82653C9B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732B8-FBF3-E36F-818E-056BD480D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35D1D-4579-C940-BD45-BF86EA8C738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25B0D5-CD24-8BC1-2284-49A99EA00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9B4444-59E0-DF7B-0956-B40740A65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CFF4A-D67A-AF47-B3F8-198B8AF26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278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99D44-DDCE-B548-7E3B-E11DBA45C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22057F-3541-4226-C4DC-CA91AE1704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7BC69C-F42A-0A66-8987-FEF5DCABA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35D1D-4579-C940-BD45-BF86EA8C738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9B23C2-29FC-0B26-7D47-C6B3A1C66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F6A0AD-A9A4-5A65-A242-282D4B4DD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CFF4A-D67A-AF47-B3F8-198B8AF26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9254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E73991-6371-6A4B-45B4-066A2D590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A3A71B-27B9-B454-DB9B-80D0775F4B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457CE3-C47F-E234-2547-CF0BD95F51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22FB2E-70BF-034D-F0D1-0A9FE40275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35D1D-4579-C940-BD45-BF86EA8C7384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EB6EF7-5D92-ABB4-D886-142C75863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B0929B-D04B-241A-6B64-B6A1D5040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CFF4A-D67A-AF47-B3F8-198B8AF26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1187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BF362-E4D6-48FB-012E-BF1AC3DDEC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4F55C3-D28F-495D-68DB-EDF11DF692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8C7A5A-72F7-E36F-AEEC-1D50B37290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192D9F-3D37-E626-ABA7-F6940FD40E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2216EB-8E99-8EDD-2CA4-9B52F67B66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65D3883-E572-CA42-05DE-DBBB2613D6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35D1D-4579-C940-BD45-BF86EA8C7384}" type="datetimeFigureOut">
              <a:rPr lang="en-US" smtClean="0"/>
              <a:t>8/3/26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7BBC88-FA68-2790-A21D-87BD035F98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C6A5984-89A5-CDA5-5707-64CDCE2F7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CFF4A-D67A-AF47-B3F8-198B8AF26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895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EC50AA-1C49-F72F-B212-CC487502B6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A08C84A-9980-65E1-30D0-200CDE0AE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35D1D-4579-C940-BD45-BF86EA8C7384}" type="datetimeFigureOut">
              <a:rPr lang="en-US" smtClean="0"/>
              <a:t>8/3/26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C0686CF-ECA3-37D7-954E-76120F12C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A5063D-8F91-AE91-CFD3-E60E82D0FF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CFF4A-D67A-AF47-B3F8-198B8AF26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5863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F780BBC-888C-1BC6-BB93-B8ABC85682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35D1D-4579-C940-BD45-BF86EA8C7384}" type="datetimeFigureOut">
              <a:rPr lang="en-US" smtClean="0"/>
              <a:t>8/3/26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469095-07A0-AA8E-72D1-2473AE996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DEA713-E221-3BD8-5AC7-06D64C785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CFF4A-D67A-AF47-B3F8-198B8AF26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048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9F786-2277-73C0-032E-B62BC8BB87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294BE-6B4D-99E0-17D0-21D001AA1A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8C1AC5-E553-861C-2EB5-912440CC24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B4418E-62C5-542A-CB1D-473182F34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35D1D-4579-C940-BD45-BF86EA8C7384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8F3FC7-EF72-7D09-15C6-441F1AFEFE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1E55FC-370D-EB33-BD8B-7A7CBAD99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CFF4A-D67A-AF47-B3F8-198B8AF26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4852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DD2BE-79BD-9866-17DE-17C3B1141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A907D5-0EDB-EEB6-820D-E2177A83B6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91A9D7-151B-A341-6553-3AFBB67B0A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5B363E-33E0-99E7-AFBE-7BA7BA75E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35D1D-4579-C940-BD45-BF86EA8C7384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694A29-4E41-0DE4-F53A-65E0A464BA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810E95-79C3-7CE4-DE0D-560C655ED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CFF4A-D67A-AF47-B3F8-198B8AF26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4369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36C14-2C5B-D72E-BBDE-77838EA77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5358E8-9A3F-884C-22A8-E5A651AE46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D34BA3-9994-2DC4-7617-482E9EFC2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35D1D-4579-C940-BD45-BF86EA8C738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E1DE5D-FF52-5B35-D7CA-CEE7C345A3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863914-3CB8-2575-CD70-263CE490B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CFF4A-D67A-AF47-B3F8-198B8AF26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3158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87D6781-D421-8422-0A9C-B8086B9430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82E620-8B21-24B5-7020-10DD8C2879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FB813A-CE50-F2F2-2F1C-0CB1FCDB9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35D1D-4579-C940-BD45-BF86EA8C738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55F704-8AF6-7500-9874-3109F0F683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D59021-F852-64F5-A9BF-1746D82F6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CFF4A-D67A-AF47-B3F8-198B8AF26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26216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b="0" i="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 dirty="0"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 b="0" i="0"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 b="0" i="0"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647291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585AB0-6EE1-3969-C43A-DC1299AA2B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012004-E491-6EF5-09A9-2CF3A6770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8882A-A8E0-EEB6-CA74-44736B8B83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735D1D-4579-C940-BD45-BF86EA8C738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C9D357-6A69-1C5F-B7C9-76661A988E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0850AA-F831-8772-32E9-A0A19A5BA7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9CFF4A-D67A-AF47-B3F8-198B8AF26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59685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Using R and ggplot2 for data art. – the R Graph Gallery">
            <a:extLst>
              <a:ext uri="{FF2B5EF4-FFF2-40B4-BE49-F238E27FC236}">
                <a16:creationId xmlns:a16="http://schemas.microsoft.com/office/drawing/2014/main" id="{37645CB6-A292-0A29-FF8F-D73B68745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1904" y="733773"/>
            <a:ext cx="8608192" cy="491896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978575F-2EB6-2306-B21B-A410E88BF4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671762"/>
            <a:ext cx="9144000" cy="1042987"/>
          </a:xfrm>
          <a:solidFill>
            <a:schemeClr val="bg1"/>
          </a:solidFill>
        </p:spPr>
        <p:txBody>
          <a:bodyPr/>
          <a:lstStyle/>
          <a:p>
            <a:r>
              <a:rPr lang="en-US" dirty="0"/>
              <a:t>Introduction to 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673F6D-7003-DB96-D71E-CE649D058D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416995"/>
            <a:ext cx="9144000" cy="471487"/>
          </a:xfrm>
        </p:spPr>
        <p:txBody>
          <a:bodyPr/>
          <a:lstStyle/>
          <a:p>
            <a:r>
              <a:rPr lang="en-US" dirty="0"/>
              <a:t>Mt Blue Sky Workshop 2026</a:t>
            </a:r>
          </a:p>
        </p:txBody>
      </p:sp>
    </p:spTree>
    <p:extLst>
      <p:ext uri="{BB962C8B-B14F-4D97-AF65-F5344CB8AC3E}">
        <p14:creationId xmlns:p14="http://schemas.microsoft.com/office/powerpoint/2010/main" val="147495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3E4A0-CF0E-AD10-7DCC-B2024937C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7A7664-767D-91FB-3E83-355B4D5FD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456583" cy="4351338"/>
          </a:xfrm>
        </p:spPr>
        <p:txBody>
          <a:bodyPr/>
          <a:lstStyle/>
          <a:p>
            <a:r>
              <a:rPr lang="en-US" dirty="0"/>
              <a:t>R and other coding systems</a:t>
            </a:r>
          </a:p>
          <a:p>
            <a:endParaRPr lang="en-US" dirty="0"/>
          </a:p>
          <a:p>
            <a:r>
              <a:rPr lang="en-US" dirty="0"/>
              <a:t>Interfacing with R</a:t>
            </a:r>
          </a:p>
          <a:p>
            <a:pPr lvl="1"/>
            <a:r>
              <a:rPr lang="en-US" dirty="0"/>
              <a:t>Navigating R</a:t>
            </a:r>
          </a:p>
          <a:p>
            <a:pPr lvl="1"/>
            <a:r>
              <a:rPr lang="en-US" dirty="0"/>
              <a:t>Data types and objects</a:t>
            </a:r>
          </a:p>
          <a:p>
            <a:pPr lvl="1"/>
            <a:endParaRPr lang="en-US" dirty="0"/>
          </a:p>
          <a:p>
            <a:r>
              <a:rPr lang="en-US" dirty="0"/>
              <a:t>The package system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F0EED8B-C2CE-476B-D378-9235E92CF0D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4869" t="49935"/>
          <a:stretch>
            <a:fillRect/>
          </a:stretch>
        </p:blipFill>
        <p:spPr>
          <a:xfrm>
            <a:off x="5671892" y="885408"/>
            <a:ext cx="6361082" cy="5291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42078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CF81F-AF3C-6A00-E2A2-277B24DFA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uses 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11FFE-3A5D-840B-35C4-7C3F0514F5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216965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Statisticians</a:t>
            </a:r>
          </a:p>
          <a:p>
            <a:r>
              <a:rPr lang="en-US" dirty="0"/>
              <a:t>Data scientists</a:t>
            </a:r>
          </a:p>
          <a:p>
            <a:r>
              <a:rPr lang="en-US" dirty="0"/>
              <a:t>Academic researchers</a:t>
            </a:r>
          </a:p>
          <a:p>
            <a:r>
              <a:rPr lang="en-US" dirty="0"/>
              <a:t>Bioinformaticians</a:t>
            </a:r>
          </a:p>
          <a:p>
            <a:r>
              <a:rPr lang="en-US" dirty="0"/>
              <a:t>Pharmaceutical and healthcare companies</a:t>
            </a:r>
          </a:p>
          <a:p>
            <a:r>
              <a:rPr lang="en-US" dirty="0"/>
              <a:t>Journalists and the media</a:t>
            </a:r>
          </a:p>
        </p:txBody>
      </p:sp>
      <p:pic>
        <p:nvPicPr>
          <p:cNvPr id="4" name="Picture 3" descr="R-projects">
            <a:extLst>
              <a:ext uri="{FF2B5EF4-FFF2-40B4-BE49-F238E27FC236}">
                <a16:creationId xmlns:a16="http://schemas.microsoft.com/office/drawing/2014/main" id="{1E436749-2E55-46D4-6D10-721F20F726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2347" y="1825625"/>
            <a:ext cx="7705656" cy="3852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9175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2205D-7DC7-34F6-F4C5-112B030EE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they use 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67BAD4-8F68-007D-4D84-F05EB11751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7126358" cy="466725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Raw data</a:t>
            </a:r>
          </a:p>
          <a:p>
            <a:pPr lvl="1"/>
            <a:r>
              <a:rPr lang="en-US" dirty="0"/>
              <a:t>Climate and environment </a:t>
            </a:r>
            <a:endParaRPr lang="en-US" dirty="0">
              <a:sym typeface="Wingdings" pitchFamily="2" charset="2"/>
            </a:endParaRPr>
          </a:p>
          <a:p>
            <a:pPr lvl="2"/>
            <a:r>
              <a:rPr lang="en-US" dirty="0">
                <a:sym typeface="Wingdings" pitchFamily="2" charset="2"/>
              </a:rPr>
              <a:t>Global temp change, US precipitation</a:t>
            </a:r>
            <a:endParaRPr lang="en-US" dirty="0"/>
          </a:p>
          <a:p>
            <a:pPr lvl="1"/>
            <a:r>
              <a:rPr lang="en-US" dirty="0"/>
              <a:t>Health and wellness </a:t>
            </a:r>
            <a:endParaRPr lang="en-US" dirty="0">
              <a:sym typeface="Wingdings" pitchFamily="2" charset="2"/>
            </a:endParaRPr>
          </a:p>
          <a:p>
            <a:pPr lvl="2"/>
            <a:r>
              <a:rPr lang="en-US" dirty="0">
                <a:sym typeface="Wingdings" pitchFamily="2" charset="2"/>
              </a:rPr>
              <a:t>Vaccination records, covid herd immunity</a:t>
            </a:r>
            <a:endParaRPr lang="en-US" dirty="0"/>
          </a:p>
          <a:p>
            <a:pPr lvl="1"/>
            <a:r>
              <a:rPr lang="en-US" dirty="0"/>
              <a:t>Sports</a:t>
            </a:r>
          </a:p>
          <a:p>
            <a:pPr lvl="2"/>
            <a:r>
              <a:rPr lang="en-US" dirty="0">
                <a:sym typeface="Wingdings" pitchFamily="2" charset="2"/>
              </a:rPr>
              <a:t>Olympic medal counts, paying college athletes</a:t>
            </a:r>
            <a:endParaRPr lang="en-US" dirty="0"/>
          </a:p>
          <a:p>
            <a:pPr lvl="1"/>
            <a:r>
              <a:rPr lang="en-US" dirty="0"/>
              <a:t>Business and economy</a:t>
            </a:r>
          </a:p>
          <a:p>
            <a:pPr lvl="2"/>
            <a:r>
              <a:rPr lang="en-US" dirty="0">
                <a:sym typeface="Wingdings" pitchFamily="2" charset="2"/>
              </a:rPr>
              <a:t>Price of eggs, immigrant economic mobility</a:t>
            </a:r>
            <a:endParaRPr lang="en-US" dirty="0"/>
          </a:p>
          <a:p>
            <a:pPr lvl="1"/>
            <a:r>
              <a:rPr lang="en-US" dirty="0"/>
              <a:t>Research data</a:t>
            </a:r>
          </a:p>
          <a:p>
            <a:pPr lvl="2"/>
            <a:r>
              <a:rPr lang="en-US" dirty="0">
                <a:sym typeface="Wingdings" pitchFamily="2" charset="2"/>
              </a:rPr>
              <a:t>physiological data, microbiome data</a:t>
            </a:r>
          </a:p>
          <a:p>
            <a:pPr lvl="1"/>
            <a:endParaRPr lang="en-US" dirty="0">
              <a:sym typeface="Wingdings" pitchFamily="2" charset="2"/>
            </a:endParaRPr>
          </a:p>
          <a:p>
            <a:r>
              <a:rPr lang="en-US" dirty="0">
                <a:sym typeface="Wingdings" pitchFamily="2" charset="2"/>
              </a:rPr>
              <a:t>Use R for plotting graphs and running statistical analyses</a:t>
            </a:r>
          </a:p>
          <a:p>
            <a:pPr lvl="1"/>
            <a:r>
              <a:rPr lang="en-US" dirty="0">
                <a:sym typeface="Wingdings" pitchFamily="2" charset="2"/>
              </a:rPr>
              <a:t>Example from NY Times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86F55F-1F0D-D6AC-5E54-3589F4F83E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1070" y="300990"/>
            <a:ext cx="3686987" cy="310896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765C640-073B-D109-C5E7-0C6A0555D7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7500" y="3611111"/>
            <a:ext cx="3335282" cy="2680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82463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588D8-1DA7-A33D-0EEB-E46D6E7CB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9EC37-FEEC-D375-21DA-7BD1C0A6C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they use R?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BC1D00F-C408-10E3-108A-72C65EE933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4955" y="1554091"/>
            <a:ext cx="6475525" cy="506070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90D62E6-7400-FE0A-049E-BAD9CBDD01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960" y="243205"/>
            <a:ext cx="4287520" cy="1217349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C61E6DA-C4EA-1EDF-5A26-D8F9391F0E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3870961" cy="4351338"/>
          </a:xfrm>
        </p:spPr>
        <p:txBody>
          <a:bodyPr/>
          <a:lstStyle/>
          <a:p>
            <a:r>
              <a:rPr lang="en-US" dirty="0"/>
              <a:t>What kind of data is this?</a:t>
            </a:r>
          </a:p>
          <a:p>
            <a:r>
              <a:rPr lang="en-US" dirty="0"/>
              <a:t>How was it collected?</a:t>
            </a:r>
          </a:p>
          <a:p>
            <a:r>
              <a:rPr lang="en-US" dirty="0"/>
              <a:t>How did they plot it?</a:t>
            </a:r>
          </a:p>
          <a:p>
            <a:r>
              <a:rPr lang="en-US" dirty="0"/>
              <a:t>What does it mean?</a:t>
            </a:r>
          </a:p>
        </p:txBody>
      </p:sp>
    </p:spTree>
    <p:extLst>
      <p:ext uri="{BB962C8B-B14F-4D97-AF65-F5344CB8AC3E}">
        <p14:creationId xmlns:p14="http://schemas.microsoft.com/office/powerpoint/2010/main" val="27419939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42638-7CE6-9AD2-B1E8-382502A1B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7E86F7-3044-2580-FC87-27CBAB5453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 was developed in the 1990s-2000s at the University of Auckland</a:t>
            </a:r>
          </a:p>
          <a:p>
            <a:r>
              <a:rPr lang="en-US" dirty="0"/>
              <a:t>Open-source and interactive software</a:t>
            </a:r>
          </a:p>
        </p:txBody>
      </p:sp>
      <p:pic>
        <p:nvPicPr>
          <p:cNvPr id="4" name="Picture 3" descr="Broad types of software programs. R is an interpreted language. 'Point-and-click' programs, like Excel and Word, are often easiest for a new user to get started with, but are slower for the computer and are restricted in the functionality they offer. By contrast, compiled languages (like C and Java), assembly languages, and machine code are faster for the computer and allow you to create a wider range of things, but can take longer to code and take longer for a new user to learn to work with.">
            <a:extLst>
              <a:ext uri="{FF2B5EF4-FFF2-40B4-BE49-F238E27FC236}">
                <a16:creationId xmlns:a16="http://schemas.microsoft.com/office/drawing/2014/main" id="{1E2F6ABA-7029-C845-5B76-54846C1A49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3839" y="2952766"/>
            <a:ext cx="7772400" cy="3224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01435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A9166-2FD6-A01F-1EE8-7EB11E26B9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 vs Python</a:t>
            </a:r>
          </a:p>
        </p:txBody>
      </p:sp>
      <p:pic>
        <p:nvPicPr>
          <p:cNvPr id="4" name="Picture 3" descr="Choosing R vs. Python for Data Science - Matthew Renze">
            <a:extLst>
              <a:ext uri="{FF2B5EF4-FFF2-40B4-BE49-F238E27FC236}">
                <a16:creationId xmlns:a16="http://schemas.microsoft.com/office/drawing/2014/main" id="{BFBE9620-B268-8239-B280-20C624AB3B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0237" y="1672770"/>
            <a:ext cx="3512460" cy="3512460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82EB365-A370-A3A1-748E-63657F8D50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7520329"/>
              </p:ext>
            </p:extLst>
          </p:nvPr>
        </p:nvGraphicFramePr>
        <p:xfrm>
          <a:off x="838199" y="1690688"/>
          <a:ext cx="6264966" cy="442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322">
                  <a:extLst>
                    <a:ext uri="{9D8B030D-6E8A-4147-A177-3AD203B41FA5}">
                      <a16:colId xmlns:a16="http://schemas.microsoft.com/office/drawing/2014/main" val="1207999713"/>
                    </a:ext>
                  </a:extLst>
                </a:gridCol>
                <a:gridCol w="2088322">
                  <a:extLst>
                    <a:ext uri="{9D8B030D-6E8A-4147-A177-3AD203B41FA5}">
                      <a16:colId xmlns:a16="http://schemas.microsoft.com/office/drawing/2014/main" val="1346604537"/>
                    </a:ext>
                  </a:extLst>
                </a:gridCol>
                <a:gridCol w="2088322">
                  <a:extLst>
                    <a:ext uri="{9D8B030D-6E8A-4147-A177-3AD203B41FA5}">
                      <a16:colId xmlns:a16="http://schemas.microsoft.com/office/drawing/2014/main" val="21802841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Criteria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Python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0171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Primary design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Built by statisticians for statistics and data graphics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Built for general-purpose programming and readability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89166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Ease of learning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Moderate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Easy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53091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Versatility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Limited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Strong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96217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Data visualization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Excellent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Good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72479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Statistics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Excellent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Good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41689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Community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Large and active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Large and active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58976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Open-source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2257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Cross-platform (mac/PC)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388521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0234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0917F-093B-78E2-EF1D-9D50506F7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B5A70-7698-FEF4-2CAA-9F155FC92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 vs Python (the engine)</a:t>
            </a:r>
          </a:p>
        </p:txBody>
      </p:sp>
      <p:pic>
        <p:nvPicPr>
          <p:cNvPr id="3" name="Picture 2" descr="BEHIND THE CURTAIN PROJECT">
            <a:extLst>
              <a:ext uri="{FF2B5EF4-FFF2-40B4-BE49-F238E27FC236}">
                <a16:creationId xmlns:a16="http://schemas.microsoft.com/office/drawing/2014/main" id="{CDDC5AE1-8B4E-242A-1CB6-D99F47E07B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1541" y="1908021"/>
            <a:ext cx="6381360" cy="4254239"/>
          </a:xfrm>
          <a:prstGeom prst="rect">
            <a:avLst/>
          </a:prstGeom>
        </p:spPr>
      </p:pic>
      <p:pic>
        <p:nvPicPr>
          <p:cNvPr id="6" name="Picture 5" descr="R and RStudio – Edinburgh Open Research">
            <a:extLst>
              <a:ext uri="{FF2B5EF4-FFF2-40B4-BE49-F238E27FC236}">
                <a16:creationId xmlns:a16="http://schemas.microsoft.com/office/drawing/2014/main" id="{7AF2FFD3-CDF8-3444-B704-F4E7A49448C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5430" b="30498"/>
          <a:stretch>
            <a:fillRect/>
          </a:stretch>
        </p:blipFill>
        <p:spPr>
          <a:xfrm>
            <a:off x="6420954" y="4358487"/>
            <a:ext cx="2157431" cy="950821"/>
          </a:xfrm>
          <a:prstGeom prst="rect">
            <a:avLst/>
          </a:prstGeom>
        </p:spPr>
      </p:pic>
      <p:pic>
        <p:nvPicPr>
          <p:cNvPr id="7" name="Picture 6" descr="Visual Studio Code (VS Code): Easier Vulnerability &amp; Code Smell Detection |  by A Developer 😀 | Medium">
            <a:extLst>
              <a:ext uri="{FF2B5EF4-FFF2-40B4-BE49-F238E27FC236}">
                <a16:creationId xmlns:a16="http://schemas.microsoft.com/office/drawing/2014/main" id="{827AA57D-EEB4-A5A9-7123-2CD08C10FB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6057" y="4324503"/>
            <a:ext cx="2157432" cy="1018787"/>
          </a:xfrm>
          <a:prstGeom prst="rect">
            <a:avLst/>
          </a:prstGeom>
        </p:spPr>
      </p:pic>
      <p:pic>
        <p:nvPicPr>
          <p:cNvPr id="4" name="Picture 3" descr="Choosing R vs. Python for Data Science - Matthew Renze">
            <a:extLst>
              <a:ext uri="{FF2B5EF4-FFF2-40B4-BE49-F238E27FC236}">
                <a16:creationId xmlns:a16="http://schemas.microsoft.com/office/drawing/2014/main" id="{0346DC4F-12F0-DD04-8D69-08288C658FBB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22887"/>
          <a:stretch>
            <a:fillRect/>
          </a:stretch>
        </p:blipFill>
        <p:spPr>
          <a:xfrm>
            <a:off x="4145991" y="1908020"/>
            <a:ext cx="3512460" cy="2708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1793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6C173-C37C-EDBA-635D-78781A507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interface RStudio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1AD4F1-FC32-3821-4AE5-622F39B9DB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5066" y="1825625"/>
            <a:ext cx="2988733" cy="4541308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/>
              <a:t>Source: </a:t>
            </a:r>
            <a:r>
              <a:rPr lang="en-US" dirty="0"/>
              <a:t>text editor (write scripts here)</a:t>
            </a:r>
          </a:p>
          <a:p>
            <a:r>
              <a:rPr lang="en-US" b="1" dirty="0"/>
              <a:t>Console: </a:t>
            </a:r>
            <a:r>
              <a:rPr lang="en-US" dirty="0"/>
              <a:t>Interactive text editor &amp; shows error messages</a:t>
            </a:r>
          </a:p>
          <a:p>
            <a:r>
              <a:rPr lang="en-US" b="1" dirty="0"/>
              <a:t>Environments: </a:t>
            </a:r>
            <a:r>
              <a:rPr lang="en-US" dirty="0"/>
              <a:t>will populate with R objects</a:t>
            </a:r>
          </a:p>
          <a:p>
            <a:r>
              <a:rPr lang="en-US" b="1" dirty="0"/>
              <a:t>Output:</a:t>
            </a:r>
          </a:p>
          <a:p>
            <a:pPr lvl="1"/>
            <a:r>
              <a:rPr lang="en-US" dirty="0"/>
              <a:t>Files tab</a:t>
            </a:r>
          </a:p>
          <a:p>
            <a:pPr lvl="1"/>
            <a:r>
              <a:rPr lang="en-US" dirty="0"/>
              <a:t>Plots tab</a:t>
            </a:r>
          </a:p>
          <a:p>
            <a:pPr lvl="1"/>
            <a:r>
              <a:rPr lang="en-US" dirty="0"/>
              <a:t>Packages tab</a:t>
            </a:r>
          </a:p>
          <a:p>
            <a:pPr lvl="1"/>
            <a:r>
              <a:rPr lang="en-US" dirty="0"/>
              <a:t>Help tab</a:t>
            </a:r>
          </a:p>
        </p:txBody>
      </p:sp>
      <p:pic>
        <p:nvPicPr>
          <p:cNvPr id="4" name="Picture 3" descr="Get Started – RStudio User Guide">
            <a:extLst>
              <a:ext uri="{FF2B5EF4-FFF2-40B4-BE49-F238E27FC236}">
                <a16:creationId xmlns:a16="http://schemas.microsoft.com/office/drawing/2014/main" id="{14BBF79D-F8D7-4E11-1574-E7831271F8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416" y="1522044"/>
            <a:ext cx="6848983" cy="5148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844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2E0CD7-90F8-8A2E-7FED-3CF4EA8BD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F34B2-3D01-548F-AB92-4FD8FEB79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interface RStudio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18249DC-1FC7-4618-F615-62AEA778BC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5066" y="1825625"/>
            <a:ext cx="2988733" cy="4541308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/>
              <a:t>Source: </a:t>
            </a:r>
            <a:r>
              <a:rPr lang="en-US" dirty="0"/>
              <a:t>text editor (write scripts here)</a:t>
            </a:r>
          </a:p>
          <a:p>
            <a:r>
              <a:rPr lang="en-US" b="1" dirty="0"/>
              <a:t>Console: </a:t>
            </a:r>
            <a:r>
              <a:rPr lang="en-US" dirty="0"/>
              <a:t>Interactive text editor &amp; shows error messages</a:t>
            </a:r>
          </a:p>
          <a:p>
            <a:r>
              <a:rPr lang="en-US" b="1" dirty="0"/>
              <a:t>Environments: </a:t>
            </a:r>
            <a:r>
              <a:rPr lang="en-US" dirty="0"/>
              <a:t>will populate with R objects</a:t>
            </a:r>
          </a:p>
          <a:p>
            <a:r>
              <a:rPr lang="en-US" b="1" dirty="0"/>
              <a:t>Output:</a:t>
            </a:r>
          </a:p>
          <a:p>
            <a:pPr lvl="1"/>
            <a:r>
              <a:rPr lang="en-US" dirty="0"/>
              <a:t>Files tab</a:t>
            </a:r>
          </a:p>
          <a:p>
            <a:pPr lvl="1"/>
            <a:r>
              <a:rPr lang="en-US" dirty="0"/>
              <a:t>Plots tab</a:t>
            </a:r>
          </a:p>
          <a:p>
            <a:pPr lvl="1"/>
            <a:r>
              <a:rPr lang="en-US" dirty="0"/>
              <a:t>Packages tab</a:t>
            </a:r>
          </a:p>
          <a:p>
            <a:pPr lvl="1"/>
            <a:r>
              <a:rPr lang="en-US" dirty="0"/>
              <a:t>Help tab</a:t>
            </a:r>
          </a:p>
        </p:txBody>
      </p:sp>
      <p:pic>
        <p:nvPicPr>
          <p:cNvPr id="4" name="Picture 3" descr="Get Started – RStudio User Guide">
            <a:extLst>
              <a:ext uri="{FF2B5EF4-FFF2-40B4-BE49-F238E27FC236}">
                <a16:creationId xmlns:a16="http://schemas.microsoft.com/office/drawing/2014/main" id="{3342AC30-52DD-C6AD-BCC6-103D193FC88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5063" b="32866"/>
          <a:stretch>
            <a:fillRect/>
          </a:stretch>
        </p:blipFill>
        <p:spPr>
          <a:xfrm>
            <a:off x="936417" y="1522044"/>
            <a:ext cx="3762584" cy="3456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8665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 fontScale="90000"/>
          </a:bodyPr>
          <a:lstStyle/>
          <a:p>
            <a:r>
              <a:rPr lang="en" dirty="0"/>
              <a:t>Data types</a:t>
            </a:r>
            <a:endParaRPr dirty="0"/>
          </a:p>
        </p:txBody>
      </p:sp>
      <p:sp>
        <p:nvSpPr>
          <p:cNvPr id="116" name="Google Shape;116;p21"/>
          <p:cNvSpPr txBox="1">
            <a:spLocks noGrp="1"/>
          </p:cNvSpPr>
          <p:nvPr>
            <p:ph type="body" idx="1"/>
          </p:nvPr>
        </p:nvSpPr>
        <p:spPr>
          <a:xfrm>
            <a:off x="415599" y="1536633"/>
            <a:ext cx="11577617" cy="4555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pPr marL="0" indent="0">
              <a:spcBef>
                <a:spcPts val="1600"/>
              </a:spcBef>
              <a:buNone/>
            </a:pPr>
            <a:r>
              <a:rPr lang="en" dirty="0"/>
              <a:t>Numeric: general number; 0.111, 3, 400</a:t>
            </a:r>
            <a:endParaRPr dirty="0"/>
          </a:p>
          <a:p>
            <a:pPr marL="0" indent="0">
              <a:spcBef>
                <a:spcPts val="1600"/>
              </a:spcBef>
              <a:buNone/>
            </a:pPr>
            <a:r>
              <a:rPr lang="en" dirty="0"/>
              <a:t>Character: string of letters, characters, words; “hello”, “Y”, “,”, “3”</a:t>
            </a:r>
            <a:endParaRPr dirty="0"/>
          </a:p>
          <a:p>
            <a:pPr marL="0" indent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dirty="0"/>
              <a:t>Factor: meaningful categories with levels; “Strain A”, “Strain B”, “Strain C”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22"/>
          <p:cNvPicPr preferRelativeResize="0"/>
          <p:nvPr/>
        </p:nvPicPr>
        <p:blipFill rotWithShape="1">
          <a:blip r:embed="rId3">
            <a:alphaModFix/>
          </a:blip>
          <a:srcRect l="16472" b="36618"/>
          <a:stretch>
            <a:fillRect/>
          </a:stretch>
        </p:blipFill>
        <p:spPr>
          <a:xfrm>
            <a:off x="6800400" y="1917919"/>
            <a:ext cx="4976000" cy="4346714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2"/>
          <p:cNvSpPr txBox="1"/>
          <p:nvPr/>
        </p:nvSpPr>
        <p:spPr>
          <a:xfrm>
            <a:off x="2473617" y="2054546"/>
            <a:ext cx="4737600" cy="595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en" sz="2267" dirty="0">
                <a:latin typeface="Aptos" panose="020B0004020202020204" pitchFamily="34" charset="0"/>
              </a:rPr>
              <a:t>One value, one data type</a:t>
            </a:r>
            <a:endParaRPr sz="2267" dirty="0">
              <a:latin typeface="Aptos" panose="020B0004020202020204" pitchFamily="34" charset="0"/>
            </a:endParaRPr>
          </a:p>
        </p:txBody>
      </p:sp>
      <p:sp>
        <p:nvSpPr>
          <p:cNvPr id="123" name="Google Shape;123;p22"/>
          <p:cNvSpPr txBox="1"/>
          <p:nvPr/>
        </p:nvSpPr>
        <p:spPr>
          <a:xfrm>
            <a:off x="2473617" y="2649747"/>
            <a:ext cx="4737600" cy="595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en" sz="2267" dirty="0">
                <a:latin typeface="Aptos" panose="020B0004020202020204" pitchFamily="34" charset="0"/>
              </a:rPr>
              <a:t>One dimension, one data type</a:t>
            </a:r>
            <a:endParaRPr sz="2267" dirty="0">
              <a:latin typeface="Aptos" panose="020B0004020202020204" pitchFamily="34" charset="0"/>
            </a:endParaRPr>
          </a:p>
        </p:txBody>
      </p:sp>
      <p:sp>
        <p:nvSpPr>
          <p:cNvPr id="124" name="Google Shape;124;p22"/>
          <p:cNvSpPr txBox="1"/>
          <p:nvPr/>
        </p:nvSpPr>
        <p:spPr>
          <a:xfrm>
            <a:off x="2473617" y="3274225"/>
            <a:ext cx="4737600" cy="595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en" sz="2267" dirty="0">
                <a:latin typeface="Aptos" panose="020B0004020202020204" pitchFamily="34" charset="0"/>
              </a:rPr>
              <a:t>Two dimensions, one data type</a:t>
            </a:r>
            <a:endParaRPr sz="2267" dirty="0">
              <a:latin typeface="Aptos" panose="020B0004020202020204" pitchFamily="34" charset="0"/>
            </a:endParaRPr>
          </a:p>
        </p:txBody>
      </p:sp>
      <p:sp>
        <p:nvSpPr>
          <p:cNvPr id="125" name="Google Shape;125;p22"/>
          <p:cNvSpPr txBox="1"/>
          <p:nvPr/>
        </p:nvSpPr>
        <p:spPr>
          <a:xfrm>
            <a:off x="2473617" y="4493891"/>
            <a:ext cx="4737600" cy="943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en" sz="2267" dirty="0">
                <a:latin typeface="Aptos" panose="020B0004020202020204" pitchFamily="34" charset="0"/>
              </a:rPr>
              <a:t>Two dimensions, multiple data types (by columns)</a:t>
            </a:r>
            <a:endParaRPr sz="2267" dirty="0">
              <a:latin typeface="Aptos" panose="020B0004020202020204" pitchFamily="34" charset="0"/>
            </a:endParaRPr>
          </a:p>
        </p:txBody>
      </p:sp>
      <p:sp>
        <p:nvSpPr>
          <p:cNvPr id="127" name="Google Shape;127;p22"/>
          <p:cNvSpPr txBox="1"/>
          <p:nvPr/>
        </p:nvSpPr>
        <p:spPr>
          <a:xfrm>
            <a:off x="615017" y="2054546"/>
            <a:ext cx="4737600" cy="595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en" sz="2267" dirty="0">
                <a:latin typeface="Aptos" panose="020B0004020202020204" pitchFamily="34" charset="0"/>
              </a:rPr>
              <a:t>Scalar</a:t>
            </a:r>
            <a:endParaRPr sz="2267" dirty="0">
              <a:latin typeface="Aptos" panose="020B0004020202020204" pitchFamily="34" charset="0"/>
            </a:endParaRPr>
          </a:p>
        </p:txBody>
      </p:sp>
      <p:sp>
        <p:nvSpPr>
          <p:cNvPr id="128" name="Google Shape;128;p22"/>
          <p:cNvSpPr txBox="1"/>
          <p:nvPr/>
        </p:nvSpPr>
        <p:spPr>
          <a:xfrm>
            <a:off x="615017" y="2649746"/>
            <a:ext cx="4737600" cy="595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en" sz="2267" dirty="0">
                <a:latin typeface="Aptos" panose="020B0004020202020204" pitchFamily="34" charset="0"/>
              </a:rPr>
              <a:t>Vector</a:t>
            </a:r>
            <a:endParaRPr sz="2267" dirty="0">
              <a:latin typeface="Aptos" panose="020B0004020202020204" pitchFamily="34" charset="0"/>
            </a:endParaRPr>
          </a:p>
        </p:txBody>
      </p:sp>
      <p:sp>
        <p:nvSpPr>
          <p:cNvPr id="129" name="Google Shape;129;p22"/>
          <p:cNvSpPr txBox="1"/>
          <p:nvPr/>
        </p:nvSpPr>
        <p:spPr>
          <a:xfrm>
            <a:off x="615017" y="3274224"/>
            <a:ext cx="4737600" cy="595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en" sz="2267" dirty="0">
                <a:latin typeface="Aptos" panose="020B0004020202020204" pitchFamily="34" charset="0"/>
              </a:rPr>
              <a:t>Matrix</a:t>
            </a:r>
            <a:endParaRPr sz="2267" dirty="0">
              <a:latin typeface="Aptos" panose="020B0004020202020204" pitchFamily="34" charset="0"/>
            </a:endParaRPr>
          </a:p>
        </p:txBody>
      </p:sp>
      <p:sp>
        <p:nvSpPr>
          <p:cNvPr id="130" name="Google Shape;130;p22"/>
          <p:cNvSpPr txBox="1"/>
          <p:nvPr/>
        </p:nvSpPr>
        <p:spPr>
          <a:xfrm>
            <a:off x="615017" y="4493890"/>
            <a:ext cx="4737600" cy="595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en" sz="2267" dirty="0" err="1">
                <a:latin typeface="Aptos" panose="020B0004020202020204" pitchFamily="34" charset="0"/>
              </a:rPr>
              <a:t>Dataframe</a:t>
            </a:r>
            <a:endParaRPr sz="2267" dirty="0">
              <a:latin typeface="Aptos" panose="020B0004020202020204" pitchFamily="34" charset="0"/>
            </a:endParaRPr>
          </a:p>
        </p:txBody>
      </p:sp>
      <p:sp>
        <p:nvSpPr>
          <p:cNvPr id="2" name="Google Shape;115;p21">
            <a:extLst>
              <a:ext uri="{FF2B5EF4-FFF2-40B4-BE49-F238E27FC236}">
                <a16:creationId xmlns:a16="http://schemas.microsoft.com/office/drawing/2014/main" id="{3929E07A-4B22-F473-93BA-E4C137C76DE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 fontScale="90000"/>
          </a:bodyPr>
          <a:lstStyle/>
          <a:p>
            <a:r>
              <a:rPr lang="en" dirty="0"/>
              <a:t>Data types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3"/>
          <p:cNvSpPr txBox="1">
            <a:spLocks noGrp="1"/>
          </p:cNvSpPr>
          <p:nvPr>
            <p:ph type="title"/>
          </p:nvPr>
        </p:nvSpPr>
        <p:spPr>
          <a:xfrm>
            <a:off x="415599" y="593367"/>
            <a:ext cx="3798591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 fontScale="90000"/>
          </a:bodyPr>
          <a:lstStyle/>
          <a:p>
            <a:r>
              <a:rPr lang="en" dirty="0"/>
              <a:t>Data frames</a:t>
            </a:r>
            <a:endParaRPr dirty="0"/>
          </a:p>
        </p:txBody>
      </p:sp>
      <p:sp>
        <p:nvSpPr>
          <p:cNvPr id="137" name="Google Shape;137;p23"/>
          <p:cNvSpPr txBox="1"/>
          <p:nvPr/>
        </p:nvSpPr>
        <p:spPr>
          <a:xfrm>
            <a:off x="9039600" y="460701"/>
            <a:ext cx="1882400" cy="615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en" sz="2400" dirty="0">
                <a:solidFill>
                  <a:schemeClr val="dk2"/>
                </a:solidFill>
                <a:latin typeface="Aptos" panose="020B0004020202020204" pitchFamily="34" charset="0"/>
              </a:rPr>
              <a:t>header row</a:t>
            </a:r>
            <a:endParaRPr sz="2400" dirty="0">
              <a:solidFill>
                <a:schemeClr val="dk2"/>
              </a:solidFill>
              <a:latin typeface="Aptos" panose="020B0004020202020204" pitchFamily="34" charset="0"/>
            </a:endParaRPr>
          </a:p>
        </p:txBody>
      </p:sp>
      <p:sp>
        <p:nvSpPr>
          <p:cNvPr id="138" name="Google Shape;138;p23"/>
          <p:cNvSpPr/>
          <p:nvPr/>
        </p:nvSpPr>
        <p:spPr>
          <a:xfrm>
            <a:off x="11017568" y="737133"/>
            <a:ext cx="624833" cy="1053067"/>
          </a:xfrm>
          <a:custGeom>
            <a:avLst/>
            <a:gdLst/>
            <a:ahLst/>
            <a:cxnLst/>
            <a:rect l="l" t="t" r="r" b="b"/>
            <a:pathLst>
              <a:path w="18745" h="31592" extrusionOk="0">
                <a:moveTo>
                  <a:pt x="0" y="0"/>
                </a:moveTo>
                <a:cubicBezTo>
                  <a:pt x="5532" y="1384"/>
                  <a:pt x="12158" y="1497"/>
                  <a:pt x="16190" y="5529"/>
                </a:cubicBezTo>
                <a:cubicBezTo>
                  <a:pt x="19021" y="8360"/>
                  <a:pt x="19136" y="13491"/>
                  <a:pt x="18165" y="17375"/>
                </a:cubicBezTo>
                <a:cubicBezTo>
                  <a:pt x="16872" y="22542"/>
                  <a:pt x="11090" y="26351"/>
                  <a:pt x="5923" y="27643"/>
                </a:cubicBezTo>
                <a:cubicBezTo>
                  <a:pt x="4901" y="27898"/>
                  <a:pt x="4870" y="24484"/>
                  <a:pt x="5923" y="24484"/>
                </a:cubicBezTo>
                <a:cubicBezTo>
                  <a:pt x="7634" y="24484"/>
                  <a:pt x="3949" y="27511"/>
                  <a:pt x="3949" y="29222"/>
                </a:cubicBezTo>
                <a:cubicBezTo>
                  <a:pt x="3949" y="30988"/>
                  <a:pt x="7108" y="30801"/>
                  <a:pt x="8687" y="31592"/>
                </a:cubicBezTo>
              </a:path>
            </a:pathLst>
          </a:custGeom>
          <a:noFill/>
          <a:ln w="2857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2400" dirty="0">
              <a:latin typeface="Aptos" panose="020B0004020202020204" pitchFamily="34" charset="0"/>
            </a:endParaRPr>
          </a:p>
        </p:txBody>
      </p:sp>
      <p:sp>
        <p:nvSpPr>
          <p:cNvPr id="139" name="Google Shape;139;p23"/>
          <p:cNvSpPr txBox="1"/>
          <p:nvPr/>
        </p:nvSpPr>
        <p:spPr>
          <a:xfrm>
            <a:off x="5154800" y="4823467"/>
            <a:ext cx="1882400" cy="615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en" sz="2400" dirty="0">
                <a:solidFill>
                  <a:schemeClr val="dk2"/>
                </a:solidFill>
                <a:latin typeface="Aptos" panose="020B0004020202020204" pitchFamily="34" charset="0"/>
              </a:rPr>
              <a:t>columns</a:t>
            </a:r>
            <a:endParaRPr sz="2400" dirty="0">
              <a:solidFill>
                <a:schemeClr val="dk2"/>
              </a:solidFill>
              <a:latin typeface="Aptos" panose="020B0004020202020204" pitchFamily="34" charset="0"/>
            </a:endParaRPr>
          </a:p>
        </p:txBody>
      </p:sp>
      <p:sp>
        <p:nvSpPr>
          <p:cNvPr id="140" name="Google Shape;140;p23"/>
          <p:cNvSpPr txBox="1"/>
          <p:nvPr/>
        </p:nvSpPr>
        <p:spPr>
          <a:xfrm>
            <a:off x="158567" y="4078900"/>
            <a:ext cx="1882400" cy="615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en" sz="2400" dirty="0">
                <a:solidFill>
                  <a:schemeClr val="dk2"/>
                </a:solidFill>
                <a:latin typeface="Aptos" panose="020B0004020202020204" pitchFamily="34" charset="0"/>
              </a:rPr>
              <a:t>rows</a:t>
            </a:r>
            <a:endParaRPr sz="2400" dirty="0">
              <a:solidFill>
                <a:schemeClr val="dk2"/>
              </a:solidFill>
              <a:latin typeface="Aptos" panose="020B0004020202020204" pitchFamily="34" charset="0"/>
            </a:endParaRPr>
          </a:p>
        </p:txBody>
      </p:sp>
      <p:sp>
        <p:nvSpPr>
          <p:cNvPr id="141" name="Google Shape;141;p23"/>
          <p:cNvSpPr/>
          <p:nvPr/>
        </p:nvSpPr>
        <p:spPr>
          <a:xfrm>
            <a:off x="3146000" y="3896301"/>
            <a:ext cx="2000800" cy="960900"/>
          </a:xfrm>
          <a:custGeom>
            <a:avLst/>
            <a:gdLst/>
            <a:ahLst/>
            <a:cxnLst/>
            <a:rect l="l" t="t" r="r" b="b"/>
            <a:pathLst>
              <a:path w="60024" h="28827" extrusionOk="0">
                <a:moveTo>
                  <a:pt x="0" y="0"/>
                </a:moveTo>
                <a:cubicBezTo>
                  <a:pt x="20403" y="8740"/>
                  <a:pt x="40171" y="18901"/>
                  <a:pt x="60024" y="28827"/>
                </a:cubicBezTo>
              </a:path>
            </a:pathLst>
          </a:custGeom>
          <a:noFill/>
          <a:ln w="2857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2400" dirty="0">
              <a:latin typeface="Aptos" panose="020B0004020202020204" pitchFamily="34" charset="0"/>
            </a:endParaRPr>
          </a:p>
        </p:txBody>
      </p:sp>
      <p:sp>
        <p:nvSpPr>
          <p:cNvPr id="142" name="Google Shape;142;p23"/>
          <p:cNvSpPr/>
          <p:nvPr/>
        </p:nvSpPr>
        <p:spPr>
          <a:xfrm rot="-3073378">
            <a:off x="6640021" y="3906245"/>
            <a:ext cx="2000828" cy="960913"/>
          </a:xfrm>
          <a:custGeom>
            <a:avLst/>
            <a:gdLst/>
            <a:ahLst/>
            <a:cxnLst/>
            <a:rect l="l" t="t" r="r" b="b"/>
            <a:pathLst>
              <a:path w="60024" h="28827" extrusionOk="0">
                <a:moveTo>
                  <a:pt x="0" y="0"/>
                </a:moveTo>
                <a:cubicBezTo>
                  <a:pt x="20403" y="8740"/>
                  <a:pt x="40171" y="18901"/>
                  <a:pt x="60024" y="28827"/>
                </a:cubicBezTo>
              </a:path>
            </a:pathLst>
          </a:custGeom>
          <a:noFill/>
          <a:ln w="2857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2400" dirty="0">
              <a:latin typeface="Aptos" panose="020B0004020202020204" pitchFamily="34" charset="0"/>
            </a:endParaRPr>
          </a:p>
        </p:txBody>
      </p:sp>
      <p:sp>
        <p:nvSpPr>
          <p:cNvPr id="143" name="Google Shape;143;p23"/>
          <p:cNvSpPr/>
          <p:nvPr/>
        </p:nvSpPr>
        <p:spPr>
          <a:xfrm>
            <a:off x="5357400" y="3883134"/>
            <a:ext cx="329067" cy="895100"/>
          </a:xfrm>
          <a:custGeom>
            <a:avLst/>
            <a:gdLst/>
            <a:ahLst/>
            <a:cxnLst/>
            <a:rect l="l" t="t" r="r" b="b"/>
            <a:pathLst>
              <a:path w="9872" h="26853" extrusionOk="0">
                <a:moveTo>
                  <a:pt x="0" y="0"/>
                </a:moveTo>
                <a:cubicBezTo>
                  <a:pt x="3017" y="9047"/>
                  <a:pt x="6863" y="17803"/>
                  <a:pt x="9872" y="26853"/>
                </a:cubicBezTo>
              </a:path>
            </a:pathLst>
          </a:custGeom>
          <a:noFill/>
          <a:ln w="2857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2400" dirty="0">
              <a:latin typeface="Aptos" panose="020B0004020202020204" pitchFamily="34" charset="0"/>
            </a:endParaRPr>
          </a:p>
        </p:txBody>
      </p:sp>
      <p:sp>
        <p:nvSpPr>
          <p:cNvPr id="144" name="Google Shape;144;p23"/>
          <p:cNvSpPr/>
          <p:nvPr/>
        </p:nvSpPr>
        <p:spPr>
          <a:xfrm rot="-8426720">
            <a:off x="6218752" y="3883143"/>
            <a:ext cx="329059" cy="895080"/>
          </a:xfrm>
          <a:custGeom>
            <a:avLst/>
            <a:gdLst/>
            <a:ahLst/>
            <a:cxnLst/>
            <a:rect l="l" t="t" r="r" b="b"/>
            <a:pathLst>
              <a:path w="9872" h="26853" extrusionOk="0">
                <a:moveTo>
                  <a:pt x="0" y="0"/>
                </a:moveTo>
                <a:cubicBezTo>
                  <a:pt x="3017" y="9047"/>
                  <a:pt x="6863" y="17803"/>
                  <a:pt x="9872" y="26853"/>
                </a:cubicBezTo>
              </a:path>
            </a:pathLst>
          </a:custGeom>
          <a:noFill/>
          <a:ln w="2857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2400" dirty="0">
              <a:latin typeface="Aptos" panose="020B0004020202020204" pitchFamily="34" charset="0"/>
            </a:endParaRPr>
          </a:p>
        </p:txBody>
      </p:sp>
      <p:sp>
        <p:nvSpPr>
          <p:cNvPr id="145" name="Google Shape;145;p23"/>
          <p:cNvSpPr/>
          <p:nvPr/>
        </p:nvSpPr>
        <p:spPr>
          <a:xfrm>
            <a:off x="751432" y="3619867"/>
            <a:ext cx="433233" cy="552867"/>
          </a:xfrm>
          <a:custGeom>
            <a:avLst/>
            <a:gdLst/>
            <a:ahLst/>
            <a:cxnLst/>
            <a:rect l="l" t="t" r="r" b="b"/>
            <a:pathLst>
              <a:path w="12997" h="16586" extrusionOk="0">
                <a:moveTo>
                  <a:pt x="1151" y="16586"/>
                </a:moveTo>
                <a:cubicBezTo>
                  <a:pt x="27" y="13214"/>
                  <a:pt x="-677" y="8971"/>
                  <a:pt x="1151" y="5923"/>
                </a:cubicBezTo>
                <a:cubicBezTo>
                  <a:pt x="3422" y="2137"/>
                  <a:pt x="8582" y="0"/>
                  <a:pt x="12997" y="0"/>
                </a:cubicBezTo>
              </a:path>
            </a:pathLst>
          </a:custGeom>
          <a:noFill/>
          <a:ln w="2857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2400" dirty="0">
              <a:latin typeface="Aptos" panose="020B0004020202020204" pitchFamily="34" charset="0"/>
            </a:endParaRPr>
          </a:p>
        </p:txBody>
      </p:sp>
      <p:sp>
        <p:nvSpPr>
          <p:cNvPr id="146" name="Google Shape;146;p23"/>
          <p:cNvSpPr/>
          <p:nvPr/>
        </p:nvSpPr>
        <p:spPr>
          <a:xfrm>
            <a:off x="275345" y="2198234"/>
            <a:ext cx="843500" cy="1974500"/>
          </a:xfrm>
          <a:custGeom>
            <a:avLst/>
            <a:gdLst/>
            <a:ahLst/>
            <a:cxnLst/>
            <a:rect l="l" t="t" r="r" b="b"/>
            <a:pathLst>
              <a:path w="25305" h="59235" extrusionOk="0">
                <a:moveTo>
                  <a:pt x="4377" y="59235"/>
                </a:moveTo>
                <a:cubicBezTo>
                  <a:pt x="1681" y="49800"/>
                  <a:pt x="1435" y="39806"/>
                  <a:pt x="823" y="30012"/>
                </a:cubicBezTo>
                <a:cubicBezTo>
                  <a:pt x="336" y="22221"/>
                  <a:pt x="-1494" y="12957"/>
                  <a:pt x="3192" y="6714"/>
                </a:cubicBezTo>
                <a:cubicBezTo>
                  <a:pt x="7816" y="553"/>
                  <a:pt x="17602" y="0"/>
                  <a:pt x="25306" y="0"/>
                </a:cubicBezTo>
              </a:path>
            </a:pathLst>
          </a:custGeom>
          <a:noFill/>
          <a:ln w="2857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2400" dirty="0">
              <a:latin typeface="Aptos" panose="020B0004020202020204" pitchFamily="34" charset="0"/>
            </a:endParaRPr>
          </a:p>
        </p:txBody>
      </p:sp>
      <p:sp>
        <p:nvSpPr>
          <p:cNvPr id="147" name="Google Shape;147;p23"/>
          <p:cNvSpPr/>
          <p:nvPr/>
        </p:nvSpPr>
        <p:spPr>
          <a:xfrm>
            <a:off x="476021" y="2872224"/>
            <a:ext cx="656000" cy="1287333"/>
          </a:xfrm>
          <a:custGeom>
            <a:avLst/>
            <a:gdLst/>
            <a:ahLst/>
            <a:cxnLst/>
            <a:rect l="l" t="t" r="r" b="b"/>
            <a:pathLst>
              <a:path w="19680" h="38620" extrusionOk="0">
                <a:moveTo>
                  <a:pt x="4279" y="38620"/>
                </a:moveTo>
                <a:cubicBezTo>
                  <a:pt x="2413" y="27427"/>
                  <a:pt x="-2558" y="15090"/>
                  <a:pt x="1910" y="4659"/>
                </a:cubicBezTo>
                <a:cubicBezTo>
                  <a:pt x="4311" y="-946"/>
                  <a:pt x="13582" y="315"/>
                  <a:pt x="19680" y="315"/>
                </a:cubicBezTo>
              </a:path>
            </a:pathLst>
          </a:custGeom>
          <a:noFill/>
          <a:ln w="2857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2400" dirty="0">
              <a:latin typeface="Aptos" panose="020B0004020202020204" pitchFamily="34" charset="0"/>
            </a:endParaRPr>
          </a:p>
        </p:txBody>
      </p:sp>
      <p:graphicFrame>
        <p:nvGraphicFramePr>
          <p:cNvPr id="148" name="Google Shape;148;p23"/>
          <p:cNvGraphicFramePr/>
          <p:nvPr/>
        </p:nvGraphicFramePr>
        <p:xfrm>
          <a:off x="1270000" y="1536634"/>
          <a:ext cx="9652000" cy="243824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93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3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3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30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0956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0" i="0" dirty="0">
                          <a:latin typeface="Aptos" panose="020B0004020202020204" pitchFamily="34" charset="0"/>
                        </a:rPr>
                        <a:t>ID</a:t>
                      </a:r>
                      <a:endParaRPr sz="2400" b="1" dirty="0"/>
                    </a:p>
                  </a:txBody>
                  <a:tcPr marL="121900" marR="121900" marT="121900" marB="1219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0" i="0" dirty="0">
                          <a:latin typeface="Aptos" panose="020B0004020202020204" pitchFamily="34" charset="0"/>
                        </a:rPr>
                        <a:t>Class</a:t>
                      </a:r>
                      <a:endParaRPr sz="2400" b="1" dirty="0"/>
                    </a:p>
                  </a:txBody>
                  <a:tcPr marL="121900" marR="121900" marT="121900" marB="1219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0" i="0" dirty="0">
                          <a:latin typeface="Aptos" panose="020B0004020202020204" pitchFamily="34" charset="0"/>
                        </a:rPr>
                        <a:t>Age</a:t>
                      </a:r>
                      <a:endParaRPr sz="2400" b="1" dirty="0"/>
                    </a:p>
                  </a:txBody>
                  <a:tcPr marL="121900" marR="121900" marT="121900" marB="1219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0" i="0" dirty="0">
                          <a:latin typeface="Aptos" panose="020B0004020202020204" pitchFamily="34" charset="0"/>
                        </a:rPr>
                        <a:t>Score</a:t>
                      </a:r>
                      <a:endParaRPr sz="2400" b="1" dirty="0"/>
                    </a:p>
                  </a:txBody>
                  <a:tcPr marL="121900" marR="121900" marT="121900" marB="1219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0" i="0" dirty="0" err="1">
                          <a:latin typeface="Aptos" panose="020B0004020202020204" pitchFamily="34" charset="0"/>
                        </a:rPr>
                        <a:t>Score_C</a:t>
                      </a:r>
                      <a:endParaRPr sz="2400" b="1" dirty="0"/>
                    </a:p>
                  </a:txBody>
                  <a:tcPr marL="121900" marR="121900" marT="121900" marB="1219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956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0" i="0" dirty="0">
                          <a:latin typeface="Aptos" panose="020B0004020202020204" pitchFamily="34" charset="0"/>
                        </a:rPr>
                        <a:t>0001</a:t>
                      </a:r>
                      <a:endParaRPr sz="2400" dirty="0"/>
                    </a:p>
                  </a:txBody>
                  <a:tcPr marL="121900" marR="121900" marT="121900" marB="1219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0" i="0" dirty="0">
                          <a:latin typeface="Aptos" panose="020B0004020202020204" pitchFamily="34" charset="0"/>
                        </a:rPr>
                        <a:t>“Johnson”</a:t>
                      </a:r>
                      <a:endParaRPr sz="2400" dirty="0"/>
                    </a:p>
                  </a:txBody>
                  <a:tcPr marL="121900" marR="121900" marT="121900" marB="1219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0" i="0" dirty="0">
                          <a:latin typeface="Aptos" panose="020B0004020202020204" pitchFamily="34" charset="0"/>
                        </a:rPr>
                        <a:t>27</a:t>
                      </a:r>
                      <a:endParaRPr sz="2400" dirty="0"/>
                    </a:p>
                  </a:txBody>
                  <a:tcPr marL="121900" marR="121900" marT="121900" marB="1219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0" i="0" dirty="0">
                          <a:latin typeface="Aptos" panose="020B0004020202020204" pitchFamily="34" charset="0"/>
                        </a:rPr>
                        <a:t>4.3</a:t>
                      </a:r>
                      <a:endParaRPr sz="2400" dirty="0"/>
                    </a:p>
                  </a:txBody>
                  <a:tcPr marL="121900" marR="121900" marT="121900" marB="1219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0" i="0" dirty="0">
                          <a:latin typeface="Aptos" panose="020B0004020202020204" pitchFamily="34" charset="0"/>
                        </a:rPr>
                        <a:t>“B”</a:t>
                      </a:r>
                      <a:endParaRPr sz="2400" dirty="0"/>
                    </a:p>
                  </a:txBody>
                  <a:tcPr marL="121900" marR="121900" marT="121900" marB="1219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956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0" i="0" dirty="0">
                          <a:latin typeface="Aptos" panose="020B0004020202020204" pitchFamily="34" charset="0"/>
                        </a:rPr>
                        <a:t>0098</a:t>
                      </a:r>
                      <a:endParaRPr sz="2400" dirty="0"/>
                    </a:p>
                  </a:txBody>
                  <a:tcPr marL="121900" marR="121900" marT="121900" marB="1219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0" i="0" dirty="0">
                          <a:latin typeface="Aptos" panose="020B0004020202020204" pitchFamily="34" charset="0"/>
                        </a:rPr>
                        <a:t>“Johnson”</a:t>
                      </a:r>
                      <a:endParaRPr sz="2400" dirty="0"/>
                    </a:p>
                  </a:txBody>
                  <a:tcPr marL="121900" marR="121900" marT="121900" marB="1219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0" i="0" dirty="0">
                          <a:latin typeface="Aptos" panose="020B0004020202020204" pitchFamily="34" charset="0"/>
                        </a:rPr>
                        <a:t>24</a:t>
                      </a:r>
                      <a:endParaRPr sz="2400" dirty="0"/>
                    </a:p>
                  </a:txBody>
                  <a:tcPr marL="121900" marR="121900" marT="121900" marB="1219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0" i="0" dirty="0">
                          <a:latin typeface="Aptos" panose="020B0004020202020204" pitchFamily="34" charset="0"/>
                        </a:rPr>
                        <a:t>5.0</a:t>
                      </a:r>
                      <a:endParaRPr sz="2400" dirty="0"/>
                    </a:p>
                  </a:txBody>
                  <a:tcPr marL="121900" marR="121900" marT="121900" marB="1219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0" i="0" dirty="0">
                          <a:latin typeface="Aptos" panose="020B0004020202020204" pitchFamily="34" charset="0"/>
                        </a:rPr>
                        <a:t>“A”</a:t>
                      </a:r>
                      <a:endParaRPr sz="2400" dirty="0"/>
                    </a:p>
                  </a:txBody>
                  <a:tcPr marL="121900" marR="121900" marT="121900" marB="1219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956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0" i="0" dirty="0">
                          <a:latin typeface="Aptos" panose="020B0004020202020204" pitchFamily="34" charset="0"/>
                        </a:rPr>
                        <a:t>0070</a:t>
                      </a:r>
                      <a:endParaRPr sz="2400" dirty="0"/>
                    </a:p>
                  </a:txBody>
                  <a:tcPr marL="121900" marR="121900" marT="121900" marB="1219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0" i="0" dirty="0">
                          <a:latin typeface="Aptos" panose="020B0004020202020204" pitchFamily="34" charset="0"/>
                        </a:rPr>
                        <a:t>“Sydney”</a:t>
                      </a:r>
                      <a:endParaRPr sz="2400" dirty="0"/>
                    </a:p>
                  </a:txBody>
                  <a:tcPr marL="121900" marR="121900" marT="121900" marB="1219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0" i="0" dirty="0">
                          <a:latin typeface="Aptos" panose="020B0004020202020204" pitchFamily="34" charset="0"/>
                        </a:rPr>
                        <a:t>22</a:t>
                      </a:r>
                      <a:endParaRPr sz="2400" dirty="0"/>
                    </a:p>
                  </a:txBody>
                  <a:tcPr marL="121900" marR="121900" marT="121900" marB="1219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0" i="0" dirty="0">
                          <a:latin typeface="Aptos" panose="020B0004020202020204" pitchFamily="34" charset="0"/>
                        </a:rPr>
                        <a:t>2.4</a:t>
                      </a:r>
                      <a:endParaRPr sz="2400" dirty="0"/>
                    </a:p>
                  </a:txBody>
                  <a:tcPr marL="121900" marR="121900" marT="121900" marB="1219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0" i="0" dirty="0">
                          <a:latin typeface="Aptos" panose="020B0004020202020204" pitchFamily="34" charset="0"/>
                        </a:rPr>
                        <a:t>“D”</a:t>
                      </a:r>
                      <a:endParaRPr sz="2400" dirty="0"/>
                    </a:p>
                  </a:txBody>
                  <a:tcPr marL="121900" marR="121900" marT="121900" marB="1219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693B8-6D08-4052-B526-9AADCC095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“package” system of R</a:t>
            </a:r>
          </a:p>
        </p:txBody>
      </p:sp>
      <p:pic>
        <p:nvPicPr>
          <p:cNvPr id="5" name="Picture 4" descr="Simply White Wedding Cake – Cutter &amp; Squidge">
            <a:extLst>
              <a:ext uri="{FF2B5EF4-FFF2-40B4-BE49-F238E27FC236}">
                <a16:creationId xmlns:a16="http://schemas.microsoft.com/office/drawing/2014/main" id="{08C473EA-881F-0484-E1A0-F51C4DF97E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774" y="1903751"/>
            <a:ext cx="4129791" cy="4129791"/>
          </a:xfrm>
          <a:prstGeom prst="rect">
            <a:avLst/>
          </a:prstGeom>
        </p:spPr>
      </p:pic>
      <p:pic>
        <p:nvPicPr>
          <p:cNvPr id="7" name="Picture 6" descr="Custom Bow — Sweet Heather Anne Cake Studio">
            <a:extLst>
              <a:ext uri="{FF2B5EF4-FFF2-40B4-BE49-F238E27FC236}">
                <a16:creationId xmlns:a16="http://schemas.microsoft.com/office/drawing/2014/main" id="{07D679A7-58C7-8BBF-3C3F-4867B7A843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4514" y="1903751"/>
            <a:ext cx="4129792" cy="4129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57450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72645-DF87-3F2C-1F38-9DFF9DEF8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7C4A7-93D5-135C-0893-316D8A416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“package” system of R</a:t>
            </a:r>
          </a:p>
        </p:txBody>
      </p:sp>
      <p:pic>
        <p:nvPicPr>
          <p:cNvPr id="5" name="Picture 4" descr="Simply White Wedding Cake – Cutter &amp; Squidge">
            <a:extLst>
              <a:ext uri="{FF2B5EF4-FFF2-40B4-BE49-F238E27FC236}">
                <a16:creationId xmlns:a16="http://schemas.microsoft.com/office/drawing/2014/main" id="{99E0CF06-09E7-2BE1-F664-C2B3FB18BE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774" y="1903751"/>
            <a:ext cx="4129791" cy="4129791"/>
          </a:xfrm>
          <a:prstGeom prst="rect">
            <a:avLst/>
          </a:prstGeom>
        </p:spPr>
      </p:pic>
      <p:pic>
        <p:nvPicPr>
          <p:cNvPr id="7" name="Picture 6" descr="Custom Bow — Sweet Heather Anne Cake Studio">
            <a:extLst>
              <a:ext uri="{FF2B5EF4-FFF2-40B4-BE49-F238E27FC236}">
                <a16:creationId xmlns:a16="http://schemas.microsoft.com/office/drawing/2014/main" id="{A5393EDA-7303-F5C3-C016-B9D6D417A6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4514" y="1903751"/>
            <a:ext cx="4129792" cy="4129792"/>
          </a:xfrm>
          <a:prstGeom prst="rect">
            <a:avLst/>
          </a:prstGeom>
        </p:spPr>
      </p:pic>
      <p:pic>
        <p:nvPicPr>
          <p:cNvPr id="8" name="Picture 7" descr="2.1 Installing Base-R and RStudio | YaRrr! The Pirate's Guide to R">
            <a:extLst>
              <a:ext uri="{FF2B5EF4-FFF2-40B4-BE49-F238E27FC236}">
                <a16:creationId xmlns:a16="http://schemas.microsoft.com/office/drawing/2014/main" id="{952D59AF-1C3F-2856-EAA0-A04DA84460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8463" y="2068643"/>
            <a:ext cx="1769077" cy="1547942"/>
          </a:xfrm>
          <a:prstGeom prst="rect">
            <a:avLst/>
          </a:prstGeom>
        </p:spPr>
      </p:pic>
      <p:pic>
        <p:nvPicPr>
          <p:cNvPr id="3" name="Picture 2" descr="Favorite R Packages | Roel Verbelen">
            <a:extLst>
              <a:ext uri="{FF2B5EF4-FFF2-40B4-BE49-F238E27FC236}">
                <a16:creationId xmlns:a16="http://schemas.microsoft.com/office/drawing/2014/main" id="{10557AAC-6E50-05F0-7D65-5038DE309C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308" y="668142"/>
            <a:ext cx="4921770" cy="4964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90125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E8B07-C813-9DCD-D25B-32621E2D4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load packages</a:t>
            </a:r>
          </a:p>
        </p:txBody>
      </p:sp>
      <p:pic>
        <p:nvPicPr>
          <p:cNvPr id="4" name="Picture 3" descr="Install a package (with 'install.packages') to get it onto your computer. Load it (with 'library') to get it into your R session.">
            <a:extLst>
              <a:ext uri="{FF2B5EF4-FFF2-40B4-BE49-F238E27FC236}">
                <a16:creationId xmlns:a16="http://schemas.microsoft.com/office/drawing/2014/main" id="{C7E33F92-2D2D-1A3E-A9FF-3DD9FEE2F4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002" y="2055042"/>
            <a:ext cx="5423718" cy="4006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DD2A34B-AB46-71B2-F811-A2C8FC7B58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7294" y="1407881"/>
            <a:ext cx="5691573" cy="2909593"/>
          </a:xfrm>
          <a:prstGeom prst="rect">
            <a:avLst/>
          </a:prstGeom>
        </p:spPr>
      </p:pic>
      <p:sp>
        <p:nvSpPr>
          <p:cNvPr id="7" name="Oval Callout 6">
            <a:extLst>
              <a:ext uri="{FF2B5EF4-FFF2-40B4-BE49-F238E27FC236}">
                <a16:creationId xmlns:a16="http://schemas.microsoft.com/office/drawing/2014/main" id="{9FD69427-7880-C7B9-DDBC-4B76CE16C475}"/>
              </a:ext>
            </a:extLst>
          </p:cNvPr>
          <p:cNvSpPr/>
          <p:nvPr/>
        </p:nvSpPr>
        <p:spPr>
          <a:xfrm>
            <a:off x="7277493" y="4920792"/>
            <a:ext cx="2154374" cy="1140659"/>
          </a:xfrm>
          <a:prstGeom prst="wedgeEllipseCallout">
            <a:avLst>
              <a:gd name="adj1" fmla="val 18180"/>
              <a:gd name="adj2" fmla="val -94117"/>
            </a:avLst>
          </a:prstGeom>
          <a:ln>
            <a:solidFill>
              <a:srgbClr val="0494A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0494A2"/>
                </a:solidFill>
              </a:rPr>
              <a:t>23,908 packages in CRAN!</a:t>
            </a:r>
          </a:p>
        </p:txBody>
      </p:sp>
    </p:spTree>
    <p:extLst>
      <p:ext uri="{BB962C8B-B14F-4D97-AF65-F5344CB8AC3E}">
        <p14:creationId xmlns:p14="http://schemas.microsoft.com/office/powerpoint/2010/main" val="10291081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937F5-796B-B23E-29C2-A70BC7983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7BA945-CF24-DD75-AA6C-78681B1FB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load packages</a:t>
            </a:r>
          </a:p>
        </p:txBody>
      </p:sp>
      <p:pic>
        <p:nvPicPr>
          <p:cNvPr id="4" name="Picture 3" descr="Install a package (with 'install.packages') to get it onto your computer. Load it (with 'library') to get it into your R session.">
            <a:extLst>
              <a:ext uri="{FF2B5EF4-FFF2-40B4-BE49-F238E27FC236}">
                <a16:creationId xmlns:a16="http://schemas.microsoft.com/office/drawing/2014/main" id="{FC3C46FF-5B3D-ED2D-C4D7-899BEB6EA3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002" y="2055042"/>
            <a:ext cx="5423718" cy="4006409"/>
          </a:xfrm>
          <a:prstGeom prst="rect">
            <a:avLst/>
          </a:prstGeom>
        </p:spPr>
      </p:pic>
      <p:pic>
        <p:nvPicPr>
          <p:cNvPr id="3" name="Picture 2" descr="2.3 Packages | YaRrr! The Pirate's Guide to R">
            <a:extLst>
              <a:ext uri="{FF2B5EF4-FFF2-40B4-BE49-F238E27FC236}">
                <a16:creationId xmlns:a16="http://schemas.microsoft.com/office/drawing/2014/main" id="{0200ADF0-F7B7-81B6-081F-7C47651F13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083" y="1137364"/>
            <a:ext cx="4531783" cy="4924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56397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8BB958-196B-3091-C8D5-5B2F6FE2C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Get Started in R!</a:t>
            </a:r>
          </a:p>
        </p:txBody>
      </p:sp>
      <p:pic>
        <p:nvPicPr>
          <p:cNvPr id="9" name="Picture 8" descr="How to Print &quot;Hello World&quot; in Top 12 Most Popular Programming Languages |  Towards Data Science">
            <a:extLst>
              <a:ext uri="{FF2B5EF4-FFF2-40B4-BE49-F238E27FC236}">
                <a16:creationId xmlns:a16="http://schemas.microsoft.com/office/drawing/2014/main" id="{FC49FC41-10EC-1B6A-94D1-342BF11287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4800" y="2052686"/>
            <a:ext cx="6502400" cy="345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70946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</TotalTime>
  <Words>456</Words>
  <Application>Microsoft Macintosh PowerPoint</Application>
  <PresentationFormat>Widescreen</PresentationFormat>
  <Paragraphs>132</Paragraphs>
  <Slides>18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Aptos</vt:lpstr>
      <vt:lpstr>Aptos Display</vt:lpstr>
      <vt:lpstr>Arial</vt:lpstr>
      <vt:lpstr>Wingdings</vt:lpstr>
      <vt:lpstr>Office Theme</vt:lpstr>
      <vt:lpstr>Introduction to R</vt:lpstr>
      <vt:lpstr>Outline</vt:lpstr>
      <vt:lpstr>Who uses R?</vt:lpstr>
      <vt:lpstr>How do they use R?</vt:lpstr>
      <vt:lpstr>How do they use R?</vt:lpstr>
      <vt:lpstr>What is R?</vt:lpstr>
      <vt:lpstr>R vs Python</vt:lpstr>
      <vt:lpstr>R vs Python (the engine)</vt:lpstr>
      <vt:lpstr>How to interface RStudio</vt:lpstr>
      <vt:lpstr>How to interface RStudio</vt:lpstr>
      <vt:lpstr>Data types</vt:lpstr>
      <vt:lpstr>Data types</vt:lpstr>
      <vt:lpstr>Data frames</vt:lpstr>
      <vt:lpstr>The “package” system of R</vt:lpstr>
      <vt:lpstr>The “package” system of R</vt:lpstr>
      <vt:lpstr>How to load packages</vt:lpstr>
      <vt:lpstr>How to load packages</vt:lpstr>
      <vt:lpstr>Let’s Get Started in R!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Meg Hemmerlein</dc:creator>
  <cp:lastModifiedBy>Meg Hemmerlein</cp:lastModifiedBy>
  <cp:revision>1</cp:revision>
  <dcterms:created xsi:type="dcterms:W3CDTF">2026-06-17T15:40:57Z</dcterms:created>
  <dcterms:modified xsi:type="dcterms:W3CDTF">2026-08-03T20:27:52Z</dcterms:modified>
</cp:coreProperties>
</file>