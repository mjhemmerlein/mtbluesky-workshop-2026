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75" r:id="rId3"/>
    <p:sldId id="276" r:id="rId4"/>
    <p:sldId id="277" r:id="rId5"/>
    <p:sldId id="278" r:id="rId6"/>
    <p:sldId id="279" r:id="rId7"/>
    <p:sldId id="280" r:id="rId8"/>
    <p:sldId id="300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A9933A-8697-1D48-A0F9-EC036BEBE2C0}" v="15" dt="2026-07-27T22:43:01.459"/>
  </p1510:revLst>
</p1510:revInfo>
</file>

<file path=ppt/tableStyles.xml><?xml version="1.0" encoding="utf-8"?>
<a:tblStyleLst xmlns:a="http://schemas.openxmlformats.org/drawingml/2006/main" def="{0958D065-6D8D-4663-B783-893015D2C9B9}">
  <a:tblStyle styleId="{0958D065-6D8D-4663-B783-893015D2C9B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37"/>
  </p:normalViewPr>
  <p:slideViewPr>
    <p:cSldViewPr snapToGrid="0">
      <p:cViewPr>
        <p:scale>
          <a:sx n="120" d="100"/>
          <a:sy n="120" d="100"/>
        </p:scale>
        <p:origin x="1208" y="3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g Hemmerlein" userId="675d0259-84a2-4ee2-a6c1-034493f7a163" providerId="ADAL" clId="{012228E1-9350-51F7-B0E8-CFC048A68215}"/>
    <pc:docChg chg="undo custSel addSld delSld modSld">
      <pc:chgData name="Meg Hemmerlein" userId="675d0259-84a2-4ee2-a6c1-034493f7a163" providerId="ADAL" clId="{012228E1-9350-51F7-B0E8-CFC048A68215}" dt="2026-07-27T22:46:01.683" v="843" actId="14100"/>
      <pc:docMkLst>
        <pc:docMk/>
      </pc:docMkLst>
      <pc:sldChg chg="modSp mod">
        <pc:chgData name="Meg Hemmerlein" userId="675d0259-84a2-4ee2-a6c1-034493f7a163" providerId="ADAL" clId="{012228E1-9350-51F7-B0E8-CFC048A68215}" dt="2026-07-27T22:23:22.836" v="78" actId="20577"/>
        <pc:sldMkLst>
          <pc:docMk/>
          <pc:sldMk cId="0" sldId="256"/>
        </pc:sldMkLst>
        <pc:spChg chg="mod">
          <ac:chgData name="Meg Hemmerlein" userId="675d0259-84a2-4ee2-a6c1-034493f7a163" providerId="ADAL" clId="{012228E1-9350-51F7-B0E8-CFC048A68215}" dt="2026-07-27T22:23:22.836" v="78" actId="20577"/>
          <ac:spMkLst>
            <pc:docMk/>
            <pc:sldMk cId="0" sldId="256"/>
            <ac:spMk id="55" creationId="{00000000-0000-0000-0000-000000000000}"/>
          </ac:spMkLst>
        </pc:spChg>
      </pc:sldChg>
      <pc:sldChg chg="modSp del mod">
        <pc:chgData name="Meg Hemmerlein" userId="675d0259-84a2-4ee2-a6c1-034493f7a163" providerId="ADAL" clId="{012228E1-9350-51F7-B0E8-CFC048A68215}" dt="2026-07-27T22:23:47.541" v="79" actId="2696"/>
        <pc:sldMkLst>
          <pc:docMk/>
          <pc:sldMk cId="0" sldId="258"/>
        </pc:sldMkLst>
        <pc:spChg chg="mod">
          <ac:chgData name="Meg Hemmerlein" userId="675d0259-84a2-4ee2-a6c1-034493f7a163" providerId="ADAL" clId="{012228E1-9350-51F7-B0E8-CFC048A68215}" dt="2026-07-27T22:07:13.863" v="4" actId="404"/>
          <ac:spMkLst>
            <pc:docMk/>
            <pc:sldMk cId="0" sldId="258"/>
            <ac:spMk id="71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7-27T22:06:59.948" v="3" actId="14100"/>
          <ac:spMkLst>
            <pc:docMk/>
            <pc:sldMk cId="0" sldId="258"/>
            <ac:spMk id="72" creationId="{00000000-0000-0000-0000-000000000000}"/>
          </ac:spMkLst>
        </pc:spChg>
      </pc:sldChg>
      <pc:sldChg chg="modSp del mod">
        <pc:chgData name="Meg Hemmerlein" userId="675d0259-84a2-4ee2-a6c1-034493f7a163" providerId="ADAL" clId="{012228E1-9350-51F7-B0E8-CFC048A68215}" dt="2026-07-27T22:23:47.541" v="79" actId="2696"/>
        <pc:sldMkLst>
          <pc:docMk/>
          <pc:sldMk cId="0" sldId="259"/>
        </pc:sldMkLst>
        <pc:spChg chg="mod">
          <ac:chgData name="Meg Hemmerlein" userId="675d0259-84a2-4ee2-a6c1-034493f7a163" providerId="ADAL" clId="{012228E1-9350-51F7-B0E8-CFC048A68215}" dt="2026-07-27T22:07:21.743" v="6" actId="255"/>
          <ac:spMkLst>
            <pc:docMk/>
            <pc:sldMk cId="0" sldId="259"/>
            <ac:spMk id="80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7-27T22:07:32.854" v="10" actId="27636"/>
          <ac:spMkLst>
            <pc:docMk/>
            <pc:sldMk cId="0" sldId="259"/>
            <ac:spMk id="81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7-27T22:07:28.009" v="8" actId="207"/>
          <ac:spMkLst>
            <pc:docMk/>
            <pc:sldMk cId="0" sldId="259"/>
            <ac:spMk id="83" creationId="{00000000-0000-0000-0000-000000000000}"/>
          </ac:spMkLst>
        </pc:spChg>
      </pc:sldChg>
      <pc:sldChg chg="modSp del mod">
        <pc:chgData name="Meg Hemmerlein" userId="675d0259-84a2-4ee2-a6c1-034493f7a163" providerId="ADAL" clId="{012228E1-9350-51F7-B0E8-CFC048A68215}" dt="2026-07-27T22:23:47.541" v="79" actId="2696"/>
        <pc:sldMkLst>
          <pc:docMk/>
          <pc:sldMk cId="0" sldId="260"/>
        </pc:sldMkLst>
        <pc:spChg chg="mod">
          <ac:chgData name="Meg Hemmerlein" userId="675d0259-84a2-4ee2-a6c1-034493f7a163" providerId="ADAL" clId="{012228E1-9350-51F7-B0E8-CFC048A68215}" dt="2026-07-27T22:22:03.059" v="42" actId="1076"/>
          <ac:spMkLst>
            <pc:docMk/>
            <pc:sldMk cId="0" sldId="260"/>
            <ac:spMk id="88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7-27T22:21:45.314" v="38" actId="207"/>
          <ac:spMkLst>
            <pc:docMk/>
            <pc:sldMk cId="0" sldId="260"/>
            <ac:spMk id="89" creationId="{00000000-0000-0000-0000-000000000000}"/>
          </ac:spMkLst>
        </pc:spChg>
        <pc:picChg chg="mod">
          <ac:chgData name="Meg Hemmerlein" userId="675d0259-84a2-4ee2-a6c1-034493f7a163" providerId="ADAL" clId="{012228E1-9350-51F7-B0E8-CFC048A68215}" dt="2026-07-27T22:21:51.254" v="40" actId="1076"/>
          <ac:picMkLst>
            <pc:docMk/>
            <pc:sldMk cId="0" sldId="260"/>
            <ac:picMk id="90" creationId="{00000000-0000-0000-0000-000000000000}"/>
          </ac:picMkLst>
        </pc:picChg>
      </pc:sldChg>
      <pc:sldChg chg="modSp del mod">
        <pc:chgData name="Meg Hemmerlein" userId="675d0259-84a2-4ee2-a6c1-034493f7a163" providerId="ADAL" clId="{012228E1-9350-51F7-B0E8-CFC048A68215}" dt="2026-07-27T22:23:47.541" v="79" actId="2696"/>
        <pc:sldMkLst>
          <pc:docMk/>
          <pc:sldMk cId="0" sldId="261"/>
        </pc:sldMkLst>
        <pc:spChg chg="mod">
          <ac:chgData name="Meg Hemmerlein" userId="675d0259-84a2-4ee2-a6c1-034493f7a163" providerId="ADAL" clId="{012228E1-9350-51F7-B0E8-CFC048A68215}" dt="2026-07-27T22:22:34.562" v="49" actId="255"/>
          <ac:spMkLst>
            <pc:docMk/>
            <pc:sldMk cId="0" sldId="261"/>
            <ac:spMk id="95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7-27T22:22:45.153" v="56" actId="14100"/>
          <ac:spMkLst>
            <pc:docMk/>
            <pc:sldMk cId="0" sldId="261"/>
            <ac:spMk id="96" creationId="{00000000-0000-0000-0000-000000000000}"/>
          </ac:spMkLst>
        </pc:spChg>
      </pc:sldChg>
      <pc:sldChg chg="modSp del mod">
        <pc:chgData name="Meg Hemmerlein" userId="675d0259-84a2-4ee2-a6c1-034493f7a163" providerId="ADAL" clId="{012228E1-9350-51F7-B0E8-CFC048A68215}" dt="2026-07-27T22:23:47.541" v="79" actId="2696"/>
        <pc:sldMkLst>
          <pc:docMk/>
          <pc:sldMk cId="0" sldId="262"/>
        </pc:sldMkLst>
        <pc:spChg chg="mod">
          <ac:chgData name="Meg Hemmerlein" userId="675d0259-84a2-4ee2-a6c1-034493f7a163" providerId="ADAL" clId="{012228E1-9350-51F7-B0E8-CFC048A68215}" dt="2026-07-27T22:23:04.483" v="58" actId="255"/>
          <ac:spMkLst>
            <pc:docMk/>
            <pc:sldMk cId="0" sldId="262"/>
            <ac:spMk id="102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7-27T22:22:57.487" v="57" actId="207"/>
          <ac:spMkLst>
            <pc:docMk/>
            <pc:sldMk cId="0" sldId="262"/>
            <ac:spMk id="103" creationId="{00000000-0000-0000-0000-000000000000}"/>
          </ac:spMkLst>
        </pc:spChg>
      </pc:sldChg>
      <pc:sldChg chg="del">
        <pc:chgData name="Meg Hemmerlein" userId="675d0259-84a2-4ee2-a6c1-034493f7a163" providerId="ADAL" clId="{012228E1-9350-51F7-B0E8-CFC048A68215}" dt="2026-07-27T22:08:49.825" v="11" actId="2696"/>
        <pc:sldMkLst>
          <pc:docMk/>
          <pc:sldMk cId="0" sldId="263"/>
        </pc:sldMkLst>
      </pc:sldChg>
      <pc:sldChg chg="del">
        <pc:chgData name="Meg Hemmerlein" userId="675d0259-84a2-4ee2-a6c1-034493f7a163" providerId="ADAL" clId="{012228E1-9350-51F7-B0E8-CFC048A68215}" dt="2026-07-27T22:08:49.825" v="11" actId="2696"/>
        <pc:sldMkLst>
          <pc:docMk/>
          <pc:sldMk cId="0" sldId="264"/>
        </pc:sldMkLst>
      </pc:sldChg>
      <pc:sldChg chg="del">
        <pc:chgData name="Meg Hemmerlein" userId="675d0259-84a2-4ee2-a6c1-034493f7a163" providerId="ADAL" clId="{012228E1-9350-51F7-B0E8-CFC048A68215}" dt="2026-07-27T22:08:49.825" v="11" actId="2696"/>
        <pc:sldMkLst>
          <pc:docMk/>
          <pc:sldMk cId="0" sldId="265"/>
        </pc:sldMkLst>
      </pc:sldChg>
      <pc:sldChg chg="del">
        <pc:chgData name="Meg Hemmerlein" userId="675d0259-84a2-4ee2-a6c1-034493f7a163" providerId="ADAL" clId="{012228E1-9350-51F7-B0E8-CFC048A68215}" dt="2026-07-27T22:08:49.825" v="11" actId="2696"/>
        <pc:sldMkLst>
          <pc:docMk/>
          <pc:sldMk cId="0" sldId="266"/>
        </pc:sldMkLst>
      </pc:sldChg>
      <pc:sldChg chg="del">
        <pc:chgData name="Meg Hemmerlein" userId="675d0259-84a2-4ee2-a6c1-034493f7a163" providerId="ADAL" clId="{012228E1-9350-51F7-B0E8-CFC048A68215}" dt="2026-07-27T22:08:49.825" v="11" actId="2696"/>
        <pc:sldMkLst>
          <pc:docMk/>
          <pc:sldMk cId="0" sldId="267"/>
        </pc:sldMkLst>
      </pc:sldChg>
      <pc:sldChg chg="del">
        <pc:chgData name="Meg Hemmerlein" userId="675d0259-84a2-4ee2-a6c1-034493f7a163" providerId="ADAL" clId="{012228E1-9350-51F7-B0E8-CFC048A68215}" dt="2026-07-27T22:22:26.479" v="47" actId="2696"/>
        <pc:sldMkLst>
          <pc:docMk/>
          <pc:sldMk cId="0" sldId="268"/>
        </pc:sldMkLst>
      </pc:sldChg>
      <pc:sldChg chg="del">
        <pc:chgData name="Meg Hemmerlein" userId="675d0259-84a2-4ee2-a6c1-034493f7a163" providerId="ADAL" clId="{012228E1-9350-51F7-B0E8-CFC048A68215}" dt="2026-07-27T22:22:26.479" v="48" actId="2696"/>
        <pc:sldMkLst>
          <pc:docMk/>
          <pc:sldMk cId="0" sldId="269"/>
        </pc:sldMkLst>
      </pc:sldChg>
      <pc:sldChg chg="del">
        <pc:chgData name="Meg Hemmerlein" userId="675d0259-84a2-4ee2-a6c1-034493f7a163" providerId="ADAL" clId="{012228E1-9350-51F7-B0E8-CFC048A68215}" dt="2026-07-27T22:22:26.478" v="46" actId="2696"/>
        <pc:sldMkLst>
          <pc:docMk/>
          <pc:sldMk cId="0" sldId="270"/>
        </pc:sldMkLst>
      </pc:sldChg>
      <pc:sldChg chg="del">
        <pc:chgData name="Meg Hemmerlein" userId="675d0259-84a2-4ee2-a6c1-034493f7a163" providerId="ADAL" clId="{012228E1-9350-51F7-B0E8-CFC048A68215}" dt="2026-07-27T22:22:26.476" v="44" actId="2696"/>
        <pc:sldMkLst>
          <pc:docMk/>
          <pc:sldMk cId="0" sldId="271"/>
        </pc:sldMkLst>
      </pc:sldChg>
      <pc:sldChg chg="del">
        <pc:chgData name="Meg Hemmerlein" userId="675d0259-84a2-4ee2-a6c1-034493f7a163" providerId="ADAL" clId="{012228E1-9350-51F7-B0E8-CFC048A68215}" dt="2026-07-27T22:22:26.477" v="45" actId="2696"/>
        <pc:sldMkLst>
          <pc:docMk/>
          <pc:sldMk cId="0" sldId="272"/>
        </pc:sldMkLst>
      </pc:sldChg>
      <pc:sldChg chg="del">
        <pc:chgData name="Meg Hemmerlein" userId="675d0259-84a2-4ee2-a6c1-034493f7a163" providerId="ADAL" clId="{012228E1-9350-51F7-B0E8-CFC048A68215}" dt="2026-07-27T22:22:26.474" v="43" actId="2696"/>
        <pc:sldMkLst>
          <pc:docMk/>
          <pc:sldMk cId="0" sldId="273"/>
        </pc:sldMkLst>
      </pc:sldChg>
      <pc:sldChg chg="del">
        <pc:chgData name="Meg Hemmerlein" userId="675d0259-84a2-4ee2-a6c1-034493f7a163" providerId="ADAL" clId="{012228E1-9350-51F7-B0E8-CFC048A68215}" dt="2026-07-27T22:10:04.964" v="16" actId="2696"/>
        <pc:sldMkLst>
          <pc:docMk/>
          <pc:sldMk cId="0" sldId="274"/>
        </pc:sldMkLst>
      </pc:sldChg>
      <pc:sldChg chg="modSp add del mod">
        <pc:chgData name="Meg Hemmerlein" userId="675d0259-84a2-4ee2-a6c1-034493f7a163" providerId="ADAL" clId="{012228E1-9350-51F7-B0E8-CFC048A68215}" dt="2026-07-27T22:26:47.583" v="193" actId="2696"/>
        <pc:sldMkLst>
          <pc:docMk/>
          <pc:sldMk cId="1574207869" sldId="274"/>
        </pc:sldMkLst>
        <pc:spChg chg="mod">
          <ac:chgData name="Meg Hemmerlein" userId="675d0259-84a2-4ee2-a6c1-034493f7a163" providerId="ADAL" clId="{012228E1-9350-51F7-B0E8-CFC048A68215}" dt="2026-07-27T22:24:05.515" v="81" actId="27636"/>
          <ac:spMkLst>
            <pc:docMk/>
            <pc:sldMk cId="1574207869" sldId="274"/>
            <ac:spMk id="2" creationId="{0E33E4A0-CF0E-AD10-7DCC-B2024937C886}"/>
          </ac:spMkLst>
        </pc:spChg>
      </pc:sldChg>
      <pc:sldChg chg="del">
        <pc:chgData name="Meg Hemmerlein" userId="675d0259-84a2-4ee2-a6c1-034493f7a163" providerId="ADAL" clId="{012228E1-9350-51F7-B0E8-CFC048A68215}" dt="2026-07-27T22:10:04.962" v="15" actId="2696"/>
        <pc:sldMkLst>
          <pc:docMk/>
          <pc:sldMk cId="0" sldId="275"/>
        </pc:sldMkLst>
      </pc:sldChg>
      <pc:sldChg chg="addSp delSp modSp new mod">
        <pc:chgData name="Meg Hemmerlein" userId="675d0259-84a2-4ee2-a6c1-034493f7a163" providerId="ADAL" clId="{012228E1-9350-51F7-B0E8-CFC048A68215}" dt="2026-07-27T22:41:39.942" v="806" actId="1076"/>
        <pc:sldMkLst>
          <pc:docMk/>
          <pc:sldMk cId="3500867540" sldId="275"/>
        </pc:sldMkLst>
        <pc:spChg chg="mod">
          <ac:chgData name="Meg Hemmerlein" userId="675d0259-84a2-4ee2-a6c1-034493f7a163" providerId="ADAL" clId="{012228E1-9350-51F7-B0E8-CFC048A68215}" dt="2026-07-27T22:25:27.705" v="91" actId="14100"/>
          <ac:spMkLst>
            <pc:docMk/>
            <pc:sldMk cId="3500867540" sldId="275"/>
            <ac:spMk id="2" creationId="{D8E11603-1027-8A5C-BDF5-3B9A7F55BB39}"/>
          </ac:spMkLst>
        </pc:spChg>
        <pc:spChg chg="mod">
          <ac:chgData name="Meg Hemmerlein" userId="675d0259-84a2-4ee2-a6c1-034493f7a163" providerId="ADAL" clId="{012228E1-9350-51F7-B0E8-CFC048A68215}" dt="2026-07-27T22:26:43.331" v="192" actId="20577"/>
          <ac:spMkLst>
            <pc:docMk/>
            <pc:sldMk cId="3500867540" sldId="275"/>
            <ac:spMk id="3" creationId="{8C18EAAF-9BD5-CC34-7F23-1881FD8280FB}"/>
          </ac:spMkLst>
        </pc:spChg>
        <pc:spChg chg="del mod">
          <ac:chgData name="Meg Hemmerlein" userId="675d0259-84a2-4ee2-a6c1-034493f7a163" providerId="ADAL" clId="{012228E1-9350-51F7-B0E8-CFC048A68215}" dt="2026-07-27T22:25:51.070" v="96" actId="478"/>
          <ac:spMkLst>
            <pc:docMk/>
            <pc:sldMk cId="3500867540" sldId="275"/>
            <ac:spMk id="4" creationId="{995D528A-F292-B582-DE27-EB58C89E8380}"/>
          </ac:spMkLst>
        </pc:spChg>
        <pc:spChg chg="add del mod">
          <ac:chgData name="Meg Hemmerlein" userId="675d0259-84a2-4ee2-a6c1-034493f7a163" providerId="ADAL" clId="{012228E1-9350-51F7-B0E8-CFC048A68215}" dt="2026-07-27T22:25:52.005" v="97" actId="478"/>
          <ac:spMkLst>
            <pc:docMk/>
            <pc:sldMk cId="3500867540" sldId="275"/>
            <ac:spMk id="6" creationId="{A2CD41A2-1091-6E1C-C638-AC2AFCF1DB2F}"/>
          </ac:spMkLst>
        </pc:spChg>
        <pc:picChg chg="add mod">
          <ac:chgData name="Meg Hemmerlein" userId="675d0259-84a2-4ee2-a6c1-034493f7a163" providerId="ADAL" clId="{012228E1-9350-51F7-B0E8-CFC048A68215}" dt="2026-07-27T22:41:39.942" v="806" actId="1076"/>
          <ac:picMkLst>
            <pc:docMk/>
            <pc:sldMk cId="3500867540" sldId="275"/>
            <ac:picMk id="8" creationId="{83A87D00-D7F2-1EFC-03B9-805E4F9045AB}"/>
          </ac:picMkLst>
        </pc:picChg>
      </pc:sldChg>
      <pc:sldChg chg="del">
        <pc:chgData name="Meg Hemmerlein" userId="675d0259-84a2-4ee2-a6c1-034493f7a163" providerId="ADAL" clId="{012228E1-9350-51F7-B0E8-CFC048A68215}" dt="2026-07-27T22:10:04.961" v="14" actId="2696"/>
        <pc:sldMkLst>
          <pc:docMk/>
          <pc:sldMk cId="0" sldId="276"/>
        </pc:sldMkLst>
      </pc:sldChg>
      <pc:sldChg chg="addSp modSp add mod">
        <pc:chgData name="Meg Hemmerlein" userId="675d0259-84a2-4ee2-a6c1-034493f7a163" providerId="ADAL" clId="{012228E1-9350-51F7-B0E8-CFC048A68215}" dt="2026-07-27T22:35:41.706" v="411" actId="20577"/>
        <pc:sldMkLst>
          <pc:docMk/>
          <pc:sldMk cId="313750077" sldId="276"/>
        </pc:sldMkLst>
        <pc:spChg chg="mod">
          <ac:chgData name="Meg Hemmerlein" userId="675d0259-84a2-4ee2-a6c1-034493f7a163" providerId="ADAL" clId="{012228E1-9350-51F7-B0E8-CFC048A68215}" dt="2026-07-27T22:26:58.773" v="212" actId="20577"/>
          <ac:spMkLst>
            <pc:docMk/>
            <pc:sldMk cId="313750077" sldId="276"/>
            <ac:spMk id="2" creationId="{2CA0AD72-2631-6B94-D69E-15176898FA07}"/>
          </ac:spMkLst>
        </pc:spChg>
        <pc:spChg chg="mod">
          <ac:chgData name="Meg Hemmerlein" userId="675d0259-84a2-4ee2-a6c1-034493f7a163" providerId="ADAL" clId="{012228E1-9350-51F7-B0E8-CFC048A68215}" dt="2026-07-27T22:35:41.706" v="411" actId="20577"/>
          <ac:spMkLst>
            <pc:docMk/>
            <pc:sldMk cId="313750077" sldId="276"/>
            <ac:spMk id="3" creationId="{978DAFE6-C72E-D582-33BC-2548AF52B736}"/>
          </ac:spMkLst>
        </pc:spChg>
        <pc:picChg chg="add mod">
          <ac:chgData name="Meg Hemmerlein" userId="675d0259-84a2-4ee2-a6c1-034493f7a163" providerId="ADAL" clId="{012228E1-9350-51F7-B0E8-CFC048A68215}" dt="2026-07-27T22:28:12.895" v="240" actId="1076"/>
          <ac:picMkLst>
            <pc:docMk/>
            <pc:sldMk cId="313750077" sldId="276"/>
            <ac:picMk id="4" creationId="{36B9901C-BEC5-FF00-69B1-6F147F4504FE}"/>
          </ac:picMkLst>
        </pc:picChg>
        <pc:picChg chg="add mod">
          <ac:chgData name="Meg Hemmerlein" userId="675d0259-84a2-4ee2-a6c1-034493f7a163" providerId="ADAL" clId="{012228E1-9350-51F7-B0E8-CFC048A68215}" dt="2026-07-27T22:28:12.895" v="240" actId="1076"/>
          <ac:picMkLst>
            <pc:docMk/>
            <pc:sldMk cId="313750077" sldId="276"/>
            <ac:picMk id="5" creationId="{18508DBE-C2E5-B7C6-B923-E40F3FEC4706}"/>
          </ac:picMkLst>
        </pc:picChg>
        <pc:picChg chg="add mod">
          <ac:chgData name="Meg Hemmerlein" userId="675d0259-84a2-4ee2-a6c1-034493f7a163" providerId="ADAL" clId="{012228E1-9350-51F7-B0E8-CFC048A68215}" dt="2026-07-27T22:28:12.895" v="240" actId="1076"/>
          <ac:picMkLst>
            <pc:docMk/>
            <pc:sldMk cId="313750077" sldId="276"/>
            <ac:picMk id="6" creationId="{F4FAD4C2-629D-024F-0DBD-1E8A2B7D0562}"/>
          </ac:picMkLst>
        </pc:picChg>
      </pc:sldChg>
      <pc:sldChg chg="del">
        <pc:chgData name="Meg Hemmerlein" userId="675d0259-84a2-4ee2-a6c1-034493f7a163" providerId="ADAL" clId="{012228E1-9350-51F7-B0E8-CFC048A68215}" dt="2026-07-27T22:10:04.959" v="13" actId="2696"/>
        <pc:sldMkLst>
          <pc:docMk/>
          <pc:sldMk cId="0" sldId="277"/>
        </pc:sldMkLst>
      </pc:sldChg>
      <pc:sldChg chg="addSp delSp modSp add mod">
        <pc:chgData name="Meg Hemmerlein" userId="675d0259-84a2-4ee2-a6c1-034493f7a163" providerId="ADAL" clId="{012228E1-9350-51F7-B0E8-CFC048A68215}" dt="2026-07-27T22:33:22.720" v="358" actId="14100"/>
        <pc:sldMkLst>
          <pc:docMk/>
          <pc:sldMk cId="144269538" sldId="277"/>
        </pc:sldMkLst>
        <pc:spChg chg="mod">
          <ac:chgData name="Meg Hemmerlein" userId="675d0259-84a2-4ee2-a6c1-034493f7a163" providerId="ADAL" clId="{012228E1-9350-51F7-B0E8-CFC048A68215}" dt="2026-07-27T22:28:30.931" v="283" actId="20577"/>
          <ac:spMkLst>
            <pc:docMk/>
            <pc:sldMk cId="144269538" sldId="277"/>
            <ac:spMk id="2" creationId="{459FA45D-8C97-4755-75EC-C44834BCB006}"/>
          </ac:spMkLst>
        </pc:spChg>
        <pc:spChg chg="mod">
          <ac:chgData name="Meg Hemmerlein" userId="675d0259-84a2-4ee2-a6c1-034493f7a163" providerId="ADAL" clId="{012228E1-9350-51F7-B0E8-CFC048A68215}" dt="2026-07-27T22:33:22.720" v="358" actId="14100"/>
          <ac:spMkLst>
            <pc:docMk/>
            <pc:sldMk cId="144269538" sldId="277"/>
            <ac:spMk id="3" creationId="{C9391212-A4EF-E772-2722-2EB0D90E380F}"/>
          </ac:spMkLst>
        </pc:spChg>
        <pc:spChg chg="add mod">
          <ac:chgData name="Meg Hemmerlein" userId="675d0259-84a2-4ee2-a6c1-034493f7a163" providerId="ADAL" clId="{012228E1-9350-51F7-B0E8-CFC048A68215}" dt="2026-07-27T22:30:00.969" v="311" actId="1076"/>
          <ac:spMkLst>
            <pc:docMk/>
            <pc:sldMk cId="144269538" sldId="277"/>
            <ac:spMk id="8" creationId="{D0C066C8-29EF-790D-5870-62A3A6A92C46}"/>
          </ac:spMkLst>
        </pc:spChg>
        <pc:picChg chg="del">
          <ac:chgData name="Meg Hemmerlein" userId="675d0259-84a2-4ee2-a6c1-034493f7a163" providerId="ADAL" clId="{012228E1-9350-51F7-B0E8-CFC048A68215}" dt="2026-07-27T22:28:32.641" v="284" actId="478"/>
          <ac:picMkLst>
            <pc:docMk/>
            <pc:sldMk cId="144269538" sldId="277"/>
            <ac:picMk id="4" creationId="{0C0CF1CE-5547-BCB4-98D6-8E90846643A0}"/>
          </ac:picMkLst>
        </pc:picChg>
        <pc:picChg chg="del">
          <ac:chgData name="Meg Hemmerlein" userId="675d0259-84a2-4ee2-a6c1-034493f7a163" providerId="ADAL" clId="{012228E1-9350-51F7-B0E8-CFC048A68215}" dt="2026-07-27T22:28:33.139" v="285" actId="478"/>
          <ac:picMkLst>
            <pc:docMk/>
            <pc:sldMk cId="144269538" sldId="277"/>
            <ac:picMk id="5" creationId="{502923B8-90FF-ED67-7A44-2DECEA168D46}"/>
          </ac:picMkLst>
        </pc:picChg>
        <pc:picChg chg="del">
          <ac:chgData name="Meg Hemmerlein" userId="675d0259-84a2-4ee2-a6c1-034493f7a163" providerId="ADAL" clId="{012228E1-9350-51F7-B0E8-CFC048A68215}" dt="2026-07-27T22:29:11.259" v="298" actId="478"/>
          <ac:picMkLst>
            <pc:docMk/>
            <pc:sldMk cId="144269538" sldId="277"/>
            <ac:picMk id="6" creationId="{5A80FB94-1DC3-CFB5-02EE-0FA05B853E4B}"/>
          </ac:picMkLst>
        </pc:picChg>
        <pc:picChg chg="add mod">
          <ac:chgData name="Meg Hemmerlein" userId="675d0259-84a2-4ee2-a6c1-034493f7a163" providerId="ADAL" clId="{012228E1-9350-51F7-B0E8-CFC048A68215}" dt="2026-07-27T22:29:34.427" v="304" actId="1076"/>
          <ac:picMkLst>
            <pc:docMk/>
            <pc:sldMk cId="144269538" sldId="277"/>
            <ac:picMk id="7" creationId="{A2283905-2D74-CFE5-B9F9-F7CFA5600E4D}"/>
          </ac:picMkLst>
        </pc:picChg>
      </pc:sldChg>
      <pc:sldChg chg="del">
        <pc:chgData name="Meg Hemmerlein" userId="675d0259-84a2-4ee2-a6c1-034493f7a163" providerId="ADAL" clId="{012228E1-9350-51F7-B0E8-CFC048A68215}" dt="2026-07-27T22:10:04.955" v="12" actId="2696"/>
        <pc:sldMkLst>
          <pc:docMk/>
          <pc:sldMk cId="0" sldId="278"/>
        </pc:sldMkLst>
      </pc:sldChg>
      <pc:sldChg chg="addSp delSp modSp add mod">
        <pc:chgData name="Meg Hemmerlein" userId="675d0259-84a2-4ee2-a6c1-034493f7a163" providerId="ADAL" clId="{012228E1-9350-51F7-B0E8-CFC048A68215}" dt="2026-07-27T22:35:56.113" v="415" actId="12"/>
        <pc:sldMkLst>
          <pc:docMk/>
          <pc:sldMk cId="3090539091" sldId="278"/>
        </pc:sldMkLst>
        <pc:spChg chg="mod">
          <ac:chgData name="Meg Hemmerlein" userId="675d0259-84a2-4ee2-a6c1-034493f7a163" providerId="ADAL" clId="{012228E1-9350-51F7-B0E8-CFC048A68215}" dt="2026-07-27T22:31:09.449" v="347" actId="20577"/>
          <ac:spMkLst>
            <pc:docMk/>
            <pc:sldMk cId="3090539091" sldId="278"/>
            <ac:spMk id="2" creationId="{EFD57FB3-F341-ED58-24A9-EFFFB6C5ACD6}"/>
          </ac:spMkLst>
        </pc:spChg>
        <pc:spChg chg="mod">
          <ac:chgData name="Meg Hemmerlein" userId="675d0259-84a2-4ee2-a6c1-034493f7a163" providerId="ADAL" clId="{012228E1-9350-51F7-B0E8-CFC048A68215}" dt="2026-07-27T22:35:56.113" v="415" actId="12"/>
          <ac:spMkLst>
            <pc:docMk/>
            <pc:sldMk cId="3090539091" sldId="278"/>
            <ac:spMk id="3" creationId="{F44F844F-EA94-7D3F-B306-5B16A128B03B}"/>
          </ac:spMkLst>
        </pc:spChg>
        <pc:spChg chg="del">
          <ac:chgData name="Meg Hemmerlein" userId="675d0259-84a2-4ee2-a6c1-034493f7a163" providerId="ADAL" clId="{012228E1-9350-51F7-B0E8-CFC048A68215}" dt="2026-07-27T22:31:28.462" v="350" actId="478"/>
          <ac:spMkLst>
            <pc:docMk/>
            <pc:sldMk cId="3090539091" sldId="278"/>
            <ac:spMk id="8" creationId="{2E7B5927-54AF-DB40-2067-5661EDF8D94B}"/>
          </ac:spMkLst>
        </pc:spChg>
        <pc:picChg chg="add mod">
          <ac:chgData name="Meg Hemmerlein" userId="675d0259-84a2-4ee2-a6c1-034493f7a163" providerId="ADAL" clId="{012228E1-9350-51F7-B0E8-CFC048A68215}" dt="2026-07-27T22:31:43.647" v="354" actId="1076"/>
          <ac:picMkLst>
            <pc:docMk/>
            <pc:sldMk cId="3090539091" sldId="278"/>
            <ac:picMk id="4" creationId="{15364C70-08CC-6B59-74EB-EF2409F7EA5B}"/>
          </ac:picMkLst>
        </pc:picChg>
        <pc:picChg chg="del">
          <ac:chgData name="Meg Hemmerlein" userId="675d0259-84a2-4ee2-a6c1-034493f7a163" providerId="ADAL" clId="{012228E1-9350-51F7-B0E8-CFC048A68215}" dt="2026-07-27T22:31:29.303" v="351" actId="478"/>
          <ac:picMkLst>
            <pc:docMk/>
            <pc:sldMk cId="3090539091" sldId="278"/>
            <ac:picMk id="7" creationId="{B4E8EDE6-2556-7464-BBDB-F29E28E5483C}"/>
          </ac:picMkLst>
        </pc:picChg>
      </pc:sldChg>
      <pc:sldChg chg="del">
        <pc:chgData name="Meg Hemmerlein" userId="675d0259-84a2-4ee2-a6c1-034493f7a163" providerId="ADAL" clId="{012228E1-9350-51F7-B0E8-CFC048A68215}" dt="2026-07-27T22:10:27.775" v="18" actId="2696"/>
        <pc:sldMkLst>
          <pc:docMk/>
          <pc:sldMk cId="0" sldId="279"/>
        </pc:sldMkLst>
      </pc:sldChg>
      <pc:sldChg chg="addSp delSp modSp add mod">
        <pc:chgData name="Meg Hemmerlein" userId="675d0259-84a2-4ee2-a6c1-034493f7a163" providerId="ADAL" clId="{012228E1-9350-51F7-B0E8-CFC048A68215}" dt="2026-07-27T22:39:49.163" v="798" actId="2711"/>
        <pc:sldMkLst>
          <pc:docMk/>
          <pc:sldMk cId="122035855" sldId="279"/>
        </pc:sldMkLst>
        <pc:spChg chg="mod">
          <ac:chgData name="Meg Hemmerlein" userId="675d0259-84a2-4ee2-a6c1-034493f7a163" providerId="ADAL" clId="{012228E1-9350-51F7-B0E8-CFC048A68215}" dt="2026-07-27T22:34:22.871" v="398" actId="20577"/>
          <ac:spMkLst>
            <pc:docMk/>
            <pc:sldMk cId="122035855" sldId="279"/>
            <ac:spMk id="2" creationId="{D9F80EF0-10D2-6367-1AFE-C516D89CD147}"/>
          </ac:spMkLst>
        </pc:spChg>
        <pc:spChg chg="mod">
          <ac:chgData name="Meg Hemmerlein" userId="675d0259-84a2-4ee2-a6c1-034493f7a163" providerId="ADAL" clId="{012228E1-9350-51F7-B0E8-CFC048A68215}" dt="2026-07-27T22:39:49.163" v="798" actId="2711"/>
          <ac:spMkLst>
            <pc:docMk/>
            <pc:sldMk cId="122035855" sldId="279"/>
            <ac:spMk id="3" creationId="{05473850-4D73-9959-57F4-7DC8D6DCF19B}"/>
          </ac:spMkLst>
        </pc:spChg>
        <pc:spChg chg="add del mod">
          <ac:chgData name="Meg Hemmerlein" userId="675d0259-84a2-4ee2-a6c1-034493f7a163" providerId="ADAL" clId="{012228E1-9350-51F7-B0E8-CFC048A68215}" dt="2026-07-27T22:34:31.913" v="400" actId="478"/>
          <ac:spMkLst>
            <pc:docMk/>
            <pc:sldMk cId="122035855" sldId="279"/>
            <ac:spMk id="5" creationId="{3DA76620-F235-9F02-39F9-A1EFD1AA5A3E}"/>
          </ac:spMkLst>
        </pc:spChg>
        <pc:picChg chg="del">
          <ac:chgData name="Meg Hemmerlein" userId="675d0259-84a2-4ee2-a6c1-034493f7a163" providerId="ADAL" clId="{012228E1-9350-51F7-B0E8-CFC048A68215}" dt="2026-07-27T22:35:07.124" v="403" actId="478"/>
          <ac:picMkLst>
            <pc:docMk/>
            <pc:sldMk cId="122035855" sldId="279"/>
            <ac:picMk id="4" creationId="{0A781F4B-E331-B34A-3098-190BFE6AD623}"/>
          </ac:picMkLst>
        </pc:picChg>
        <pc:picChg chg="add mod modCrop">
          <ac:chgData name="Meg Hemmerlein" userId="675d0259-84a2-4ee2-a6c1-034493f7a163" providerId="ADAL" clId="{012228E1-9350-51F7-B0E8-CFC048A68215}" dt="2026-07-27T22:38:03.725" v="619" actId="1076"/>
          <ac:picMkLst>
            <pc:docMk/>
            <pc:sldMk cId="122035855" sldId="279"/>
            <ac:picMk id="6" creationId="{509D110C-10AF-C25F-E495-CBBC4D01276A}"/>
          </ac:picMkLst>
        </pc:picChg>
      </pc:sldChg>
      <pc:sldChg chg="del">
        <pc:chgData name="Meg Hemmerlein" userId="675d0259-84a2-4ee2-a6c1-034493f7a163" providerId="ADAL" clId="{012228E1-9350-51F7-B0E8-CFC048A68215}" dt="2026-07-27T22:10:27.798" v="32" actId="2696"/>
        <pc:sldMkLst>
          <pc:docMk/>
          <pc:sldMk cId="0" sldId="280"/>
        </pc:sldMkLst>
      </pc:sldChg>
      <pc:sldChg chg="addSp delSp modSp new mod">
        <pc:chgData name="Meg Hemmerlein" userId="675d0259-84a2-4ee2-a6c1-034493f7a163" providerId="ADAL" clId="{012228E1-9350-51F7-B0E8-CFC048A68215}" dt="2026-07-27T22:42:37.926" v="839" actId="20577"/>
        <pc:sldMkLst>
          <pc:docMk/>
          <pc:sldMk cId="2082792097" sldId="280"/>
        </pc:sldMkLst>
        <pc:spChg chg="mod">
          <ac:chgData name="Meg Hemmerlein" userId="675d0259-84a2-4ee2-a6c1-034493f7a163" providerId="ADAL" clId="{012228E1-9350-51F7-B0E8-CFC048A68215}" dt="2026-07-27T22:38:37.824" v="695" actId="14100"/>
          <ac:spMkLst>
            <pc:docMk/>
            <pc:sldMk cId="2082792097" sldId="280"/>
            <ac:spMk id="2" creationId="{E5839FC0-C54D-105A-686F-E15B91F6F363}"/>
          </ac:spMkLst>
        </pc:spChg>
        <pc:spChg chg="mod">
          <ac:chgData name="Meg Hemmerlein" userId="675d0259-84a2-4ee2-a6c1-034493f7a163" providerId="ADAL" clId="{012228E1-9350-51F7-B0E8-CFC048A68215}" dt="2026-07-27T22:42:37.926" v="839" actId="20577"/>
          <ac:spMkLst>
            <pc:docMk/>
            <pc:sldMk cId="2082792097" sldId="280"/>
            <ac:spMk id="3" creationId="{4F354F71-4379-60F5-A984-B745ACA6C81D}"/>
          </ac:spMkLst>
        </pc:spChg>
        <pc:spChg chg="del mod">
          <ac:chgData name="Meg Hemmerlein" userId="675d0259-84a2-4ee2-a6c1-034493f7a163" providerId="ADAL" clId="{012228E1-9350-51F7-B0E8-CFC048A68215}" dt="2026-07-27T22:42:27.983" v="808" actId="478"/>
          <ac:spMkLst>
            <pc:docMk/>
            <pc:sldMk cId="2082792097" sldId="280"/>
            <ac:spMk id="4" creationId="{BBC4D303-EB01-D89D-E35D-4E1A03433363}"/>
          </ac:spMkLst>
        </pc:spChg>
        <pc:spChg chg="add del mod">
          <ac:chgData name="Meg Hemmerlein" userId="675d0259-84a2-4ee2-a6c1-034493f7a163" providerId="ADAL" clId="{012228E1-9350-51F7-B0E8-CFC048A68215}" dt="2026-07-27T22:42:29.408" v="809" actId="478"/>
          <ac:spMkLst>
            <pc:docMk/>
            <pc:sldMk cId="2082792097" sldId="280"/>
            <ac:spMk id="8" creationId="{35DDD1B9-D2C3-9FCD-3204-F6969DC6B9F4}"/>
          </ac:spMkLst>
        </pc:spChg>
        <pc:cxnChg chg="add del mod">
          <ac:chgData name="Meg Hemmerlein" userId="675d0259-84a2-4ee2-a6c1-034493f7a163" providerId="ADAL" clId="{012228E1-9350-51F7-B0E8-CFC048A68215}" dt="2026-07-27T22:42:26.189" v="807" actId="478"/>
          <ac:cxnSpMkLst>
            <pc:docMk/>
            <pc:sldMk cId="2082792097" sldId="280"/>
            <ac:cxnSpMk id="6" creationId="{34D4FCF5-3779-1558-A2AD-185C1B615502}"/>
          </ac:cxnSpMkLst>
        </pc:cxnChg>
      </pc:sldChg>
      <pc:sldChg chg="del">
        <pc:chgData name="Meg Hemmerlein" userId="675d0259-84a2-4ee2-a6c1-034493f7a163" providerId="ADAL" clId="{012228E1-9350-51F7-B0E8-CFC048A68215}" dt="2026-07-27T22:10:27.804" v="36" actId="2696"/>
        <pc:sldMkLst>
          <pc:docMk/>
          <pc:sldMk cId="0" sldId="281"/>
        </pc:sldMkLst>
      </pc:sldChg>
      <pc:sldChg chg="del">
        <pc:chgData name="Meg Hemmerlein" userId="675d0259-84a2-4ee2-a6c1-034493f7a163" providerId="ADAL" clId="{012228E1-9350-51F7-B0E8-CFC048A68215}" dt="2026-07-27T22:10:27.802" v="35" actId="2696"/>
        <pc:sldMkLst>
          <pc:docMk/>
          <pc:sldMk cId="0" sldId="282"/>
        </pc:sldMkLst>
      </pc:sldChg>
      <pc:sldChg chg="del">
        <pc:chgData name="Meg Hemmerlein" userId="675d0259-84a2-4ee2-a6c1-034493f7a163" providerId="ADAL" clId="{012228E1-9350-51F7-B0E8-CFC048A68215}" dt="2026-07-27T22:10:27.777" v="19" actId="2696"/>
        <pc:sldMkLst>
          <pc:docMk/>
          <pc:sldMk cId="0" sldId="283"/>
        </pc:sldMkLst>
      </pc:sldChg>
      <pc:sldChg chg="del">
        <pc:chgData name="Meg Hemmerlein" userId="675d0259-84a2-4ee2-a6c1-034493f7a163" providerId="ADAL" clId="{012228E1-9350-51F7-B0E8-CFC048A68215}" dt="2026-07-27T22:10:27.779" v="20" actId="2696"/>
        <pc:sldMkLst>
          <pc:docMk/>
          <pc:sldMk cId="0" sldId="284"/>
        </pc:sldMkLst>
      </pc:sldChg>
      <pc:sldChg chg="del">
        <pc:chgData name="Meg Hemmerlein" userId="675d0259-84a2-4ee2-a6c1-034493f7a163" providerId="ADAL" clId="{012228E1-9350-51F7-B0E8-CFC048A68215}" dt="2026-07-27T22:10:27.801" v="34" actId="2696"/>
        <pc:sldMkLst>
          <pc:docMk/>
          <pc:sldMk cId="0" sldId="285"/>
        </pc:sldMkLst>
      </pc:sldChg>
      <pc:sldChg chg="del">
        <pc:chgData name="Meg Hemmerlein" userId="675d0259-84a2-4ee2-a6c1-034493f7a163" providerId="ADAL" clId="{012228E1-9350-51F7-B0E8-CFC048A68215}" dt="2026-07-27T22:10:27.788" v="24" actId="2696"/>
        <pc:sldMkLst>
          <pc:docMk/>
          <pc:sldMk cId="0" sldId="286"/>
        </pc:sldMkLst>
      </pc:sldChg>
      <pc:sldChg chg="del">
        <pc:chgData name="Meg Hemmerlein" userId="675d0259-84a2-4ee2-a6c1-034493f7a163" providerId="ADAL" clId="{012228E1-9350-51F7-B0E8-CFC048A68215}" dt="2026-07-27T22:10:27.800" v="33" actId="2696"/>
        <pc:sldMkLst>
          <pc:docMk/>
          <pc:sldMk cId="0" sldId="287"/>
        </pc:sldMkLst>
      </pc:sldChg>
      <pc:sldChg chg="del">
        <pc:chgData name="Meg Hemmerlein" userId="675d0259-84a2-4ee2-a6c1-034493f7a163" providerId="ADAL" clId="{012228E1-9350-51F7-B0E8-CFC048A68215}" dt="2026-07-27T22:10:27.791" v="26" actId="2696"/>
        <pc:sldMkLst>
          <pc:docMk/>
          <pc:sldMk cId="0" sldId="288"/>
        </pc:sldMkLst>
      </pc:sldChg>
      <pc:sldChg chg="del">
        <pc:chgData name="Meg Hemmerlein" userId="675d0259-84a2-4ee2-a6c1-034493f7a163" providerId="ADAL" clId="{012228E1-9350-51F7-B0E8-CFC048A68215}" dt="2026-07-27T22:10:27.786" v="23" actId="2696"/>
        <pc:sldMkLst>
          <pc:docMk/>
          <pc:sldMk cId="0" sldId="289"/>
        </pc:sldMkLst>
      </pc:sldChg>
      <pc:sldChg chg="del">
        <pc:chgData name="Meg Hemmerlein" userId="675d0259-84a2-4ee2-a6c1-034493f7a163" providerId="ADAL" clId="{012228E1-9350-51F7-B0E8-CFC048A68215}" dt="2026-07-27T22:10:27.793" v="27" actId="2696"/>
        <pc:sldMkLst>
          <pc:docMk/>
          <pc:sldMk cId="0" sldId="290"/>
        </pc:sldMkLst>
      </pc:sldChg>
      <pc:sldChg chg="del">
        <pc:chgData name="Meg Hemmerlein" userId="675d0259-84a2-4ee2-a6c1-034493f7a163" providerId="ADAL" clId="{012228E1-9350-51F7-B0E8-CFC048A68215}" dt="2026-07-27T22:10:27.790" v="25" actId="2696"/>
        <pc:sldMkLst>
          <pc:docMk/>
          <pc:sldMk cId="0" sldId="291"/>
        </pc:sldMkLst>
      </pc:sldChg>
      <pc:sldChg chg="del">
        <pc:chgData name="Meg Hemmerlein" userId="675d0259-84a2-4ee2-a6c1-034493f7a163" providerId="ADAL" clId="{012228E1-9350-51F7-B0E8-CFC048A68215}" dt="2026-07-27T22:10:27.795" v="29" actId="2696"/>
        <pc:sldMkLst>
          <pc:docMk/>
          <pc:sldMk cId="0" sldId="292"/>
        </pc:sldMkLst>
      </pc:sldChg>
      <pc:sldChg chg="del">
        <pc:chgData name="Meg Hemmerlein" userId="675d0259-84a2-4ee2-a6c1-034493f7a163" providerId="ADAL" clId="{012228E1-9350-51F7-B0E8-CFC048A68215}" dt="2026-07-27T22:10:27.794" v="28" actId="2696"/>
        <pc:sldMkLst>
          <pc:docMk/>
          <pc:sldMk cId="0" sldId="293"/>
        </pc:sldMkLst>
      </pc:sldChg>
      <pc:sldChg chg="del">
        <pc:chgData name="Meg Hemmerlein" userId="675d0259-84a2-4ee2-a6c1-034493f7a163" providerId="ADAL" clId="{012228E1-9350-51F7-B0E8-CFC048A68215}" dt="2026-07-27T22:10:27.805" v="37" actId="2696"/>
        <pc:sldMkLst>
          <pc:docMk/>
          <pc:sldMk cId="0" sldId="294"/>
        </pc:sldMkLst>
      </pc:sldChg>
      <pc:sldChg chg="del">
        <pc:chgData name="Meg Hemmerlein" userId="675d0259-84a2-4ee2-a6c1-034493f7a163" providerId="ADAL" clId="{012228E1-9350-51F7-B0E8-CFC048A68215}" dt="2026-07-27T22:10:27.780" v="21" actId="2696"/>
        <pc:sldMkLst>
          <pc:docMk/>
          <pc:sldMk cId="0" sldId="295"/>
        </pc:sldMkLst>
      </pc:sldChg>
      <pc:sldChg chg="del">
        <pc:chgData name="Meg Hemmerlein" userId="675d0259-84a2-4ee2-a6c1-034493f7a163" providerId="ADAL" clId="{012228E1-9350-51F7-B0E8-CFC048A68215}" dt="2026-07-27T22:10:27.797" v="31" actId="2696"/>
        <pc:sldMkLst>
          <pc:docMk/>
          <pc:sldMk cId="0" sldId="296"/>
        </pc:sldMkLst>
      </pc:sldChg>
      <pc:sldChg chg="del">
        <pc:chgData name="Meg Hemmerlein" userId="675d0259-84a2-4ee2-a6c1-034493f7a163" providerId="ADAL" clId="{012228E1-9350-51F7-B0E8-CFC048A68215}" dt="2026-07-27T22:10:27.784" v="22" actId="2696"/>
        <pc:sldMkLst>
          <pc:docMk/>
          <pc:sldMk cId="0" sldId="297"/>
        </pc:sldMkLst>
      </pc:sldChg>
      <pc:sldChg chg="del">
        <pc:chgData name="Meg Hemmerlein" userId="675d0259-84a2-4ee2-a6c1-034493f7a163" providerId="ADAL" clId="{012228E1-9350-51F7-B0E8-CFC048A68215}" dt="2026-07-27T22:10:27.796" v="30" actId="2696"/>
        <pc:sldMkLst>
          <pc:docMk/>
          <pc:sldMk cId="0" sldId="298"/>
        </pc:sldMkLst>
      </pc:sldChg>
      <pc:sldChg chg="del">
        <pc:chgData name="Meg Hemmerlein" userId="675d0259-84a2-4ee2-a6c1-034493f7a163" providerId="ADAL" clId="{012228E1-9350-51F7-B0E8-CFC048A68215}" dt="2026-07-27T22:10:27.772" v="17" actId="2696"/>
        <pc:sldMkLst>
          <pc:docMk/>
          <pc:sldMk cId="0" sldId="299"/>
        </pc:sldMkLst>
      </pc:sldChg>
      <pc:sldChg chg="modSp add del mod">
        <pc:chgData name="Meg Hemmerlein" userId="675d0259-84a2-4ee2-a6c1-034493f7a163" providerId="ADAL" clId="{012228E1-9350-51F7-B0E8-CFC048A68215}" dt="2026-07-27T22:46:01.683" v="843" actId="14100"/>
        <pc:sldMkLst>
          <pc:docMk/>
          <pc:sldMk cId="0" sldId="300"/>
        </pc:sldMkLst>
        <pc:spChg chg="mod">
          <ac:chgData name="Meg Hemmerlein" userId="675d0259-84a2-4ee2-a6c1-034493f7a163" providerId="ADAL" clId="{012228E1-9350-51F7-B0E8-CFC048A68215}" dt="2026-07-27T22:45:55.081" v="841" actId="255"/>
          <ac:spMkLst>
            <pc:docMk/>
            <pc:sldMk cId="0" sldId="300"/>
            <ac:spMk id="391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7-27T22:46:01.683" v="843" actId="14100"/>
          <ac:spMkLst>
            <pc:docMk/>
            <pc:sldMk cId="0" sldId="300"/>
            <ac:spMk id="392" creationId="{00000000-0000-0000-0000-000000000000}"/>
          </ac:spMkLst>
        </pc:spChg>
      </pc:sldChg>
      <pc:sldMasterChg chg="delSldLayout">
        <pc:chgData name="Meg Hemmerlein" userId="675d0259-84a2-4ee2-a6c1-034493f7a163" providerId="ADAL" clId="{012228E1-9350-51F7-B0E8-CFC048A68215}" dt="2026-07-27T22:23:47.541" v="79" actId="2696"/>
        <pc:sldMasterMkLst>
          <pc:docMk/>
          <pc:sldMasterMk cId="0" sldId="2147483659"/>
        </pc:sldMasterMkLst>
        <pc:sldLayoutChg chg="del">
          <pc:chgData name="Meg Hemmerlein" userId="675d0259-84a2-4ee2-a6c1-034493f7a163" providerId="ADAL" clId="{012228E1-9350-51F7-B0E8-CFC048A68215}" dt="2026-07-27T22:23:47.541" v="79" actId="2696"/>
          <pc:sldLayoutMkLst>
            <pc:docMk/>
            <pc:sldMasterMk cId="0" sldId="2147483659"/>
            <pc:sldLayoutMk cId="0" sldId="214748365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ptos" panose="020B0004020202020204" pitchFamily="34" charset="0"/>
        <a:ea typeface="Aptos" panose="020B0004020202020204" pitchFamily="34" charset="0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dce79b87ee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dce79b87ee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b="0" i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b="0" i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0" i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0" i="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 dirty="0"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0" i="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 dirty="0"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0" i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0" i="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0" i="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 dirty="0"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 b="0" i="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0" i="0" dirty="0">
              <a:latin typeface="Aptos" panose="020B0004020202020204" pitchFamily="34" charset="0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 b="0" i="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 dirty="0"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 b="0" i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 dirty="0"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 b="0" i="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0" i="0"/>
            </a:lvl1pPr>
          </a:lstStyle>
          <a:p>
            <a:endParaRPr dirty="0"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0" i="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rPr dirty="0"/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 b="0" i="0"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0" i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189" lvl="0" indent="-342892">
              <a:spcBef>
                <a:spcPts val="0"/>
              </a:spcBef>
              <a:spcAft>
                <a:spcPts val="0"/>
              </a:spcAft>
              <a:buSzPts val="1800"/>
              <a:buChar char="●"/>
              <a:defRPr b="0" i="0"/>
            </a:lvl1pPr>
            <a:lvl2pPr marL="914378" lvl="1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566" lvl="2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754" lvl="3" indent="-317492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5943" lvl="4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132" lvl="5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320" lvl="6" indent="-317492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509" lvl="7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697" lvl="8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03349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b="0" i="0">
                <a:solidFill>
                  <a:schemeClr val="dk2"/>
                </a:solidFill>
                <a:latin typeface="Aptos" panose="020B0004020202020204" pitchFamily="34" charset="0"/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ptos" panose="020B0004020202020204" pitchFamily="34" charset="0"/>
          <a:ea typeface="Aptos" panose="020B000402020202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ptos" panose="020B0004020202020204" pitchFamily="34" charset="0"/>
          <a:ea typeface="Aptos" panose="020B000402020202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camp.com/cheat-sheet/tidyverse-cheat-sheet-for-beginner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sesync-ci.github.io/advanced-tidyverse-lesson/index.html" TargetMode="External"/><Relationship Id="rId5" Type="http://schemas.openxmlformats.org/officeDocument/2006/relationships/hyperlink" Target="https://github.com/rfordatascience/tidytuesday/tree/main" TargetMode="External"/><Relationship Id="rId4" Type="http://schemas.openxmlformats.org/officeDocument/2006/relationships/hyperlink" Target="https://cran.r-project.org/web/packages/tidyr/vignettes/tidy-data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163" y="391663"/>
            <a:ext cx="3190875" cy="4524375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2706500" y="1541275"/>
            <a:ext cx="5926800" cy="108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Tidy Data &amp; Plotting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716797" y="2571750"/>
            <a:ext cx="3906205" cy="5512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n-US" sz="2400" dirty="0">
                <a:solidFill>
                  <a:schemeClr val="tx1"/>
                </a:solidFill>
              </a:rPr>
              <a:t>Mt Blue Sky Workshop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1603-1027-8A5C-BDF5-3B9A7F55B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Outline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8EAAF-9BD5-CC34-7F23-1881FD828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Tidy data</a:t>
            </a:r>
          </a:p>
          <a:p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Manipulating physiology data</a:t>
            </a:r>
          </a:p>
          <a:p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Plotting physiology data</a:t>
            </a:r>
          </a:p>
          <a:p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87D00-D7F2-1EFC-03B9-805E4F904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45" y="714868"/>
            <a:ext cx="2993269" cy="39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867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3436-5031-FC38-AE05-100298279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0AD72-2631-6B94-D69E-15176898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What is tidy data?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DAFE6-C72E-D582-33BC-2548AF52B7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435395"/>
            <a:ext cx="4600542" cy="3133480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800" dirty="0">
                <a:solidFill>
                  <a:schemeClr val="tx1"/>
                </a:solidFill>
              </a:rPr>
              <a:t>“a standardized, structured format for organizing datasets to make analysis, visualization, and manipulation easier”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800" dirty="0">
                <a:solidFill>
                  <a:schemeClr val="tx1"/>
                </a:solidFill>
              </a:rPr>
              <a:t>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800" dirty="0">
                <a:solidFill>
                  <a:schemeClr val="tx1"/>
                </a:solidFill>
              </a:rPr>
              <a:t>Three main rules:</a:t>
            </a:r>
          </a:p>
          <a:p>
            <a:pPr>
              <a:lnSpc>
                <a:spcPct val="120000"/>
              </a:lnSpc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Each variable is a column</a:t>
            </a:r>
          </a:p>
          <a:p>
            <a:pPr>
              <a:lnSpc>
                <a:spcPct val="120000"/>
              </a:lnSpc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Each observation is a row</a:t>
            </a:r>
          </a:p>
          <a:p>
            <a:pPr>
              <a:lnSpc>
                <a:spcPct val="120000"/>
              </a:lnSpc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Each cell represents a single value</a:t>
            </a:r>
          </a:p>
          <a:p>
            <a:pPr marL="139700" indent="0">
              <a:lnSpc>
                <a:spcPct val="120000"/>
              </a:lnSpc>
              <a:buNone/>
            </a:pP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4" name="Google Shape;73;p15">
            <a:extLst>
              <a:ext uri="{FF2B5EF4-FFF2-40B4-BE49-F238E27FC236}">
                <a16:creationId xmlns:a16="http://schemas.microsoft.com/office/drawing/2014/main" id="{36B9901C-BEC5-FF00-69B1-6F147F4504F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r="66185"/>
          <a:stretch/>
        </p:blipFill>
        <p:spPr>
          <a:xfrm>
            <a:off x="4731489" y="574626"/>
            <a:ext cx="2146988" cy="198413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74;p15">
            <a:extLst>
              <a:ext uri="{FF2B5EF4-FFF2-40B4-BE49-F238E27FC236}">
                <a16:creationId xmlns:a16="http://schemas.microsoft.com/office/drawing/2014/main" id="{18508DBE-C2E5-B7C6-B923-E40F3FEC470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33136" r="33048"/>
          <a:stretch/>
        </p:blipFill>
        <p:spPr>
          <a:xfrm>
            <a:off x="6878477" y="574625"/>
            <a:ext cx="2146989" cy="1984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75;p15">
            <a:extLst>
              <a:ext uri="{FF2B5EF4-FFF2-40B4-BE49-F238E27FC236}">
                <a16:creationId xmlns:a16="http://schemas.microsoft.com/office/drawing/2014/main" id="{F4FAD4C2-629D-024F-0DBD-1E8A2B7D05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66185"/>
          <a:stretch/>
        </p:blipFill>
        <p:spPr>
          <a:xfrm>
            <a:off x="5587843" y="2320293"/>
            <a:ext cx="2581267" cy="2385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750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5E255-E9B1-25A6-F50D-2064A0DB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FA45D-8C97-4755-75EC-C44834BCB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Common ‘untidy’ data characteristics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91212-A4EF-E772-2722-2EB0D90E3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5238496" cy="370394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Column headers are values, not variable names.</a:t>
            </a:r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en-US" sz="2000" dirty="0">
                <a:solidFill>
                  <a:schemeClr val="tx1"/>
                </a:solidFill>
              </a:rPr>
              <a:t>Multiple variables are stored in one column.</a:t>
            </a:r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en-US" sz="2000" dirty="0">
                <a:solidFill>
                  <a:schemeClr val="tx1"/>
                </a:solidFill>
              </a:rPr>
              <a:t>Variables are stored in both rows and columns.</a:t>
            </a:r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en-US" sz="2000" dirty="0">
                <a:solidFill>
                  <a:schemeClr val="tx1"/>
                </a:solidFill>
              </a:rPr>
              <a:t>Multiple types of observational units are stored in the same table.</a:t>
            </a:r>
          </a:p>
          <a:p>
            <a:pPr marL="0" indent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A single observational unit is stored in multiple tables</a:t>
            </a:r>
          </a:p>
        </p:txBody>
      </p:sp>
      <p:pic>
        <p:nvPicPr>
          <p:cNvPr id="7" name="Google Shape;82;p16">
            <a:extLst>
              <a:ext uri="{FF2B5EF4-FFF2-40B4-BE49-F238E27FC236}">
                <a16:creationId xmlns:a16="http://schemas.microsoft.com/office/drawing/2014/main" id="{A2283905-2D74-CFE5-B9F9-F7CFA5600E4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389070" y="1264631"/>
            <a:ext cx="3443230" cy="34164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3;p16">
            <a:extLst>
              <a:ext uri="{FF2B5EF4-FFF2-40B4-BE49-F238E27FC236}">
                <a16:creationId xmlns:a16="http://schemas.microsoft.com/office/drawing/2014/main" id="{D0C066C8-29EF-790D-5870-62A3A6A92C46}"/>
              </a:ext>
            </a:extLst>
          </p:cNvPr>
          <p:cNvSpPr txBox="1"/>
          <p:nvPr/>
        </p:nvSpPr>
        <p:spPr>
          <a:xfrm>
            <a:off x="5525864" y="3947885"/>
            <a:ext cx="3330767" cy="677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dirty="0">
                <a:latin typeface="Aptos" panose="020B0004020202020204" pitchFamily="34" charset="0"/>
              </a:rPr>
              <a:t>Tidy datasets are all useable; untidy datasets are unusable in their own ways</a:t>
            </a:r>
            <a:endParaRPr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269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600FB-7F0E-CBCC-F7E5-6E9FC53A9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57FB3-F341-ED58-24A9-EFFFB6C5A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Why do we want a tidy dataset?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4F844F-EA94-7D3F-B306-5B16A128B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4908981" cy="3416400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Easier to analyze: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</a:rPr>
              <a:t>Some R commands expect data to be formatted tidily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</a:rPr>
              <a:t>Some statistics require data to be formatted a certain way</a:t>
            </a:r>
          </a:p>
          <a:p>
            <a:pPr>
              <a:lnSpc>
                <a:spcPct val="100000"/>
              </a:lnSpc>
              <a:buChar char="-"/>
            </a:pPr>
            <a:endParaRPr lang="en-US" sz="20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Easier to plot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</a:rPr>
              <a:t>To produce a desired plot, you must know how to format your data for that plot</a:t>
            </a:r>
          </a:p>
        </p:txBody>
      </p:sp>
      <p:pic>
        <p:nvPicPr>
          <p:cNvPr id="4" name="Google Shape;90;p17">
            <a:extLst>
              <a:ext uri="{FF2B5EF4-FFF2-40B4-BE49-F238E27FC236}">
                <a16:creationId xmlns:a16="http://schemas.microsoft.com/office/drawing/2014/main" id="{15364C70-08CC-6B59-74EB-EF2409F7EA5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20680" y="1054865"/>
            <a:ext cx="3611620" cy="3611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0539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009F-EDAD-8ECB-A0C1-67538755D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80EF0-10D2-6367-1AFE-C516D89CD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Having tidy data from the get-go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73850-4D73-9959-57F4-7DC8D6DCF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5536208" cy="3652284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Sometimes, data must be collected in non-tidy ways</a:t>
            </a:r>
          </a:p>
          <a:p>
            <a:pPr marL="800100" lvl="1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Most people haven’t heard of tidy concepts</a:t>
            </a:r>
          </a:p>
          <a:p>
            <a:pPr marL="800100" lvl="1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Data is often organized to help with other things (quick entry, readability)</a:t>
            </a:r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en-US" sz="2000" dirty="0">
                <a:solidFill>
                  <a:schemeClr val="tx1"/>
                </a:solidFill>
              </a:rPr>
              <a:t>Think about what you want to analyze and how to format your data to answer it – before data collection begins!</a:t>
            </a:r>
          </a:p>
          <a:p>
            <a:pPr marL="0" indent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Reformat data to tidy guidelines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</a:endParaRPr>
          </a:p>
        </p:txBody>
      </p:sp>
      <p:pic>
        <p:nvPicPr>
          <p:cNvPr id="6" name="Picture 5" descr="Data collection in quantitative research - FFIND">
            <a:extLst>
              <a:ext uri="{FF2B5EF4-FFF2-40B4-BE49-F238E27FC236}">
                <a16:creationId xmlns:a16="http://schemas.microsoft.com/office/drawing/2014/main" id="{509D110C-10AF-C25F-E495-CBBC4D012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550" r="32791"/>
          <a:stretch>
            <a:fillRect/>
          </a:stretch>
        </p:blipFill>
        <p:spPr>
          <a:xfrm>
            <a:off x="6386812" y="1204309"/>
            <a:ext cx="2445488" cy="360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35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39FC0-C54D-105A-686F-E15B91F6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Physiology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4F71-4379-60F5-A984-B745ACA6C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397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Data collection</a:t>
            </a:r>
          </a:p>
          <a:p>
            <a:pPr marL="1397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Record data</a:t>
            </a:r>
          </a:p>
          <a:p>
            <a:pPr marL="1397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Read into R</a:t>
            </a:r>
          </a:p>
          <a:p>
            <a:pPr marL="1397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Plot!</a:t>
            </a:r>
          </a:p>
        </p:txBody>
      </p:sp>
    </p:spTree>
    <p:extLst>
      <p:ext uri="{BB962C8B-B14F-4D97-AF65-F5344CB8AC3E}">
        <p14:creationId xmlns:p14="http://schemas.microsoft.com/office/powerpoint/2010/main" val="208279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 sz="4000" dirty="0"/>
              <a:t>Want to learn more?</a:t>
            </a:r>
            <a:endParaRPr sz="4000" dirty="0"/>
          </a:p>
        </p:txBody>
      </p:sp>
      <p:sp>
        <p:nvSpPr>
          <p:cNvPr id="392" name="Google Shape;392;p57"/>
          <p:cNvSpPr txBox="1">
            <a:spLocks noGrp="1"/>
          </p:cNvSpPr>
          <p:nvPr>
            <p:ph type="body" idx="1"/>
          </p:nvPr>
        </p:nvSpPr>
        <p:spPr>
          <a:xfrm>
            <a:off x="311700" y="1382233"/>
            <a:ext cx="8520600" cy="3186642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/>
          <a:p>
            <a:pPr marL="0" indent="0">
              <a:buNone/>
            </a:pPr>
            <a:r>
              <a:rPr lang="en" sz="2000" u="sng" dirty="0">
                <a:solidFill>
                  <a:schemeClr val="hlink"/>
                </a:solidFill>
                <a:hlinkClick r:id="rId3"/>
              </a:rPr>
              <a:t>Tidyverse Datacamp Cheat Sheet</a:t>
            </a:r>
            <a:endParaRPr sz="2000" dirty="0"/>
          </a:p>
          <a:p>
            <a:pPr marL="0" indent="0">
              <a:spcBef>
                <a:spcPts val="1200"/>
              </a:spcBef>
              <a:buNone/>
            </a:pPr>
            <a:r>
              <a:rPr lang="en" sz="2000" u="sng" dirty="0">
                <a:solidFill>
                  <a:schemeClr val="hlink"/>
                </a:solidFill>
                <a:hlinkClick r:id="rId4"/>
              </a:rPr>
              <a:t>R Project Tidydata Intro</a:t>
            </a:r>
            <a:endParaRPr sz="2000" dirty="0"/>
          </a:p>
          <a:p>
            <a:pPr marL="0" indent="0">
              <a:spcBef>
                <a:spcPts val="1200"/>
              </a:spcBef>
              <a:buNone/>
            </a:pPr>
            <a:r>
              <a:rPr lang="en" sz="2000" u="sng" dirty="0">
                <a:solidFill>
                  <a:schemeClr val="hlink"/>
                </a:solidFill>
                <a:hlinkClick r:id="rId5"/>
              </a:rPr>
              <a:t>Tidy Tuesday Github</a:t>
            </a:r>
            <a:r>
              <a:rPr lang="en" sz="2000" dirty="0"/>
              <a:t> </a:t>
            </a:r>
            <a:endParaRPr sz="2000" dirty="0"/>
          </a:p>
          <a:p>
            <a:pPr marL="0" indent="0">
              <a:spcBef>
                <a:spcPts val="1200"/>
              </a:spcBef>
              <a:buNone/>
            </a:pPr>
            <a:r>
              <a:rPr lang="en" sz="2000" u="sng" dirty="0">
                <a:solidFill>
                  <a:schemeClr val="hlink"/>
                </a:solidFill>
                <a:hlinkClick r:id="rId6"/>
              </a:rPr>
              <a:t>Advanced Tidyverse by the National Socio-Environmental Synthesis Center</a:t>
            </a:r>
            <a:endParaRPr sz="2000" dirty="0"/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 u="sng" dirty="0">
                <a:solidFill>
                  <a:schemeClr val="hlink"/>
                </a:solidFill>
                <a:hlinkClick r:id="rId4"/>
              </a:rPr>
              <a:t>Examples of Tidy &amp; Non-tidy Data </a:t>
            </a:r>
            <a:endParaRPr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286</Words>
  <Application>Microsoft Macintosh PowerPoint</Application>
  <PresentationFormat>On-screen Show (16:9)</PresentationFormat>
  <Paragraphs>46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</vt:lpstr>
      <vt:lpstr>Arial</vt:lpstr>
      <vt:lpstr>Simple Light</vt:lpstr>
      <vt:lpstr>Tidy Data &amp; Plotting</vt:lpstr>
      <vt:lpstr>Outline</vt:lpstr>
      <vt:lpstr>What is tidy data?</vt:lpstr>
      <vt:lpstr>Common ‘untidy’ data characteristics</vt:lpstr>
      <vt:lpstr>Why do we want a tidy dataset?</vt:lpstr>
      <vt:lpstr>Having tidy data from the get-go</vt:lpstr>
      <vt:lpstr>Physiology Data</vt:lpstr>
      <vt:lpstr>Want to learn more?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Meg Hemmerlein</cp:lastModifiedBy>
  <cp:revision>1</cp:revision>
  <dcterms:modified xsi:type="dcterms:W3CDTF">2026-07-27T22:46:04Z</dcterms:modified>
</cp:coreProperties>
</file>